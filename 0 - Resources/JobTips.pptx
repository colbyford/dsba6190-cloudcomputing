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"/>
  </p:notesMasterIdLst>
  <p:sldIdLst>
    <p:sldId id="262" r:id="rId3"/>
    <p:sldId id="263" r:id="rId4"/>
    <p:sldId id="258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9665"/>
    <a:srgbClr val="802F2D"/>
    <a:srgbClr val="007377"/>
    <a:srgbClr val="899064"/>
    <a:srgbClr val="025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0BBA00-28E9-4E6E-97BF-07E458FAA910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A60437D-4D02-4B7A-B0F7-4C291BFDE60B}">
      <dgm:prSet phldrT="[Text]" phldr="0"/>
      <dgm:spPr>
        <a:solidFill>
          <a:srgbClr val="802F2D"/>
        </a:solidFill>
        <a:ln>
          <a:solidFill>
            <a:srgbClr val="802F2D"/>
          </a:solidFill>
        </a:ln>
      </dgm:spPr>
      <dgm:t>
        <a:bodyPr/>
        <a:lstStyle/>
        <a:p>
          <a:r>
            <a:rPr lang="en-US" b="1" dirty="0"/>
            <a:t>Industry</a:t>
          </a:r>
        </a:p>
      </dgm:t>
    </dgm:pt>
    <dgm:pt modelId="{D78D217D-7381-408E-96D1-6A1D897F2FE9}" type="parTrans" cxnId="{69C9C068-788E-43FE-8C5A-4126F9920E53}">
      <dgm:prSet/>
      <dgm:spPr/>
      <dgm:t>
        <a:bodyPr/>
        <a:lstStyle/>
        <a:p>
          <a:endParaRPr lang="en-US"/>
        </a:p>
      </dgm:t>
    </dgm:pt>
    <dgm:pt modelId="{499B552A-1EEE-429E-8E93-CD1023576A5C}" type="sibTrans" cxnId="{69C9C068-788E-43FE-8C5A-4126F9920E53}">
      <dgm:prSet/>
      <dgm:spPr/>
      <dgm:t>
        <a:bodyPr/>
        <a:lstStyle/>
        <a:p>
          <a:endParaRPr lang="en-US"/>
        </a:p>
      </dgm:t>
    </dgm:pt>
    <dgm:pt modelId="{BF19D606-516A-4961-BE54-9AFBFAF45BE4}">
      <dgm:prSet phldrT="[Text]" phldr="0" custT="1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ctr">
            <a:buNone/>
          </a:pPr>
          <a:r>
            <a:rPr lang="en-US" sz="1600" i="1" dirty="0"/>
            <a:t>Bank of America, Atrium Health, NASCAR</a:t>
          </a:r>
        </a:p>
      </dgm:t>
    </dgm:pt>
    <dgm:pt modelId="{07285E7C-1E65-47F5-9D67-701F131571AC}" type="parTrans" cxnId="{2EF0E832-D33E-4952-9559-FA4FF1462086}">
      <dgm:prSet/>
      <dgm:spPr/>
      <dgm:t>
        <a:bodyPr/>
        <a:lstStyle/>
        <a:p>
          <a:endParaRPr lang="en-US"/>
        </a:p>
      </dgm:t>
    </dgm:pt>
    <dgm:pt modelId="{3F518340-7EEC-442A-8EFE-282B8E477801}" type="sibTrans" cxnId="{2EF0E832-D33E-4952-9559-FA4FF1462086}">
      <dgm:prSet/>
      <dgm:spPr/>
      <dgm:t>
        <a:bodyPr/>
        <a:lstStyle/>
        <a:p>
          <a:endParaRPr lang="en-US"/>
        </a:p>
      </dgm:t>
    </dgm:pt>
    <dgm:pt modelId="{E1916B9D-8A2B-4FAB-887E-240E7FF36DE3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Medium pay </a:t>
          </a:r>
        </a:p>
      </dgm:t>
    </dgm:pt>
    <dgm:pt modelId="{556D119F-E49F-4BE5-A48C-539610B9BEB4}" type="parTrans" cxnId="{14B82E6B-7718-4FEF-AAB5-E82D1E39726B}">
      <dgm:prSet/>
      <dgm:spPr/>
      <dgm:t>
        <a:bodyPr/>
        <a:lstStyle/>
        <a:p>
          <a:endParaRPr lang="en-US"/>
        </a:p>
      </dgm:t>
    </dgm:pt>
    <dgm:pt modelId="{A1FD4D15-FFB2-4CC2-9089-D12EACDF37CD}" type="sibTrans" cxnId="{14B82E6B-7718-4FEF-AAB5-E82D1E39726B}">
      <dgm:prSet/>
      <dgm:spPr/>
      <dgm:t>
        <a:bodyPr/>
        <a:lstStyle/>
        <a:p>
          <a:endParaRPr lang="en-US"/>
        </a:p>
      </dgm:t>
    </dgm:pt>
    <dgm:pt modelId="{2AB68734-7A30-4B45-B18C-1F5E6DA4A9C8}">
      <dgm:prSet phldrT="[Text]" phldr="0"/>
      <dgm:spPr>
        <a:solidFill>
          <a:srgbClr val="A49665"/>
        </a:solidFill>
        <a:ln>
          <a:solidFill>
            <a:srgbClr val="A49665"/>
          </a:solidFill>
        </a:ln>
      </dgm:spPr>
      <dgm:t>
        <a:bodyPr/>
        <a:lstStyle/>
        <a:p>
          <a:r>
            <a:rPr lang="en-US" b="1" dirty="0"/>
            <a:t>Tech</a:t>
          </a:r>
        </a:p>
      </dgm:t>
    </dgm:pt>
    <dgm:pt modelId="{51BFAD50-A808-4242-9B7D-EE2498E3F930}" type="parTrans" cxnId="{B2E4CE39-3D95-40F1-8219-DD2B9742DCD8}">
      <dgm:prSet/>
      <dgm:spPr/>
      <dgm:t>
        <a:bodyPr/>
        <a:lstStyle/>
        <a:p>
          <a:endParaRPr lang="en-US"/>
        </a:p>
      </dgm:t>
    </dgm:pt>
    <dgm:pt modelId="{9003C69A-6DE1-4F71-B334-B38FC5FB7B1E}" type="sibTrans" cxnId="{B2E4CE39-3D95-40F1-8219-DD2B9742DCD8}">
      <dgm:prSet/>
      <dgm:spPr/>
      <dgm:t>
        <a:bodyPr/>
        <a:lstStyle/>
        <a:p>
          <a:endParaRPr lang="en-US"/>
        </a:p>
      </dgm:t>
    </dgm:pt>
    <dgm:pt modelId="{A2F683F7-AAB5-4072-AFCE-7AB648DEDD03}">
      <dgm:prSet phldrT="[Text]" phldr="0" custT="1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ctr">
            <a:buNone/>
          </a:pPr>
          <a:r>
            <a:rPr lang="en-US" sz="1600" i="1" dirty="0"/>
            <a:t>Microsoft, Databricks, Amazon </a:t>
          </a:r>
        </a:p>
      </dgm:t>
    </dgm:pt>
    <dgm:pt modelId="{C7B97B70-FB5A-4B0C-B571-A8FE4F24796A}" type="parTrans" cxnId="{BC1F2BDC-A89C-4AB3-9B01-048122643882}">
      <dgm:prSet/>
      <dgm:spPr/>
      <dgm:t>
        <a:bodyPr/>
        <a:lstStyle/>
        <a:p>
          <a:endParaRPr lang="en-US"/>
        </a:p>
      </dgm:t>
    </dgm:pt>
    <dgm:pt modelId="{8D6396EE-C2D2-4084-9236-6FFA7D1DA2BB}" type="sibTrans" cxnId="{BC1F2BDC-A89C-4AB3-9B01-048122643882}">
      <dgm:prSet/>
      <dgm:spPr/>
      <dgm:t>
        <a:bodyPr/>
        <a:lstStyle/>
        <a:p>
          <a:endParaRPr lang="en-US"/>
        </a:p>
      </dgm:t>
    </dgm:pt>
    <dgm:pt modelId="{B321AF37-A074-4293-8D67-BC33EA95AD63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Great pay (+stock)</a:t>
          </a:r>
        </a:p>
      </dgm:t>
    </dgm:pt>
    <dgm:pt modelId="{F338E482-1BF1-4094-B682-97A5753546AB}" type="parTrans" cxnId="{9990B373-59D0-4DC0-87B6-CFC05235788B}">
      <dgm:prSet/>
      <dgm:spPr/>
      <dgm:t>
        <a:bodyPr/>
        <a:lstStyle/>
        <a:p>
          <a:endParaRPr lang="en-US"/>
        </a:p>
      </dgm:t>
    </dgm:pt>
    <dgm:pt modelId="{97FFA1EA-8D5D-4E5B-99B6-3B16AB6B008E}" type="sibTrans" cxnId="{9990B373-59D0-4DC0-87B6-CFC05235788B}">
      <dgm:prSet/>
      <dgm:spPr/>
      <dgm:t>
        <a:bodyPr/>
        <a:lstStyle/>
        <a:p>
          <a:endParaRPr lang="en-US"/>
        </a:p>
      </dgm:t>
    </dgm:pt>
    <dgm:pt modelId="{51B2F595-01CA-46EB-9D55-2A303C2AA9FD}">
      <dgm:prSet phldrT="[Text]" phldr="0"/>
      <dgm:spPr>
        <a:solidFill>
          <a:srgbClr val="007377"/>
        </a:solidFill>
        <a:ln>
          <a:solidFill>
            <a:srgbClr val="007377"/>
          </a:solidFill>
        </a:ln>
      </dgm:spPr>
      <dgm:t>
        <a:bodyPr/>
        <a:lstStyle/>
        <a:p>
          <a:r>
            <a:rPr lang="en-US" b="1" dirty="0"/>
            <a:t>Consulting</a:t>
          </a:r>
        </a:p>
      </dgm:t>
    </dgm:pt>
    <dgm:pt modelId="{70E1F728-762B-41F2-8B4B-0DE8785715D5}" type="parTrans" cxnId="{A3DD65E3-C9FF-4B95-A653-15083B0FDF24}">
      <dgm:prSet/>
      <dgm:spPr/>
      <dgm:t>
        <a:bodyPr/>
        <a:lstStyle/>
        <a:p>
          <a:endParaRPr lang="en-US"/>
        </a:p>
      </dgm:t>
    </dgm:pt>
    <dgm:pt modelId="{A4228D01-74E4-46FE-B198-000F819A1C1D}" type="sibTrans" cxnId="{A3DD65E3-C9FF-4B95-A653-15083B0FDF24}">
      <dgm:prSet/>
      <dgm:spPr/>
      <dgm:t>
        <a:bodyPr/>
        <a:lstStyle/>
        <a:p>
          <a:endParaRPr lang="en-US"/>
        </a:p>
      </dgm:t>
    </dgm:pt>
    <dgm:pt modelId="{A517A4BA-722F-4BFB-B178-608AE61A7E29}">
      <dgm:prSet phldrT="[Text]" phldr="0" custT="1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ctr">
            <a:buNone/>
          </a:pPr>
          <a:r>
            <a:rPr lang="en-US" sz="1600" i="1" dirty="0"/>
            <a:t>Accenture, Deloitte, Microsoft Partners</a:t>
          </a:r>
        </a:p>
      </dgm:t>
    </dgm:pt>
    <dgm:pt modelId="{616F0828-308F-47E4-9BEF-AD7797F93BF2}" type="parTrans" cxnId="{6A802D03-4CDB-44F4-90F0-8AAF422619D8}">
      <dgm:prSet/>
      <dgm:spPr/>
      <dgm:t>
        <a:bodyPr/>
        <a:lstStyle/>
        <a:p>
          <a:endParaRPr lang="en-US"/>
        </a:p>
      </dgm:t>
    </dgm:pt>
    <dgm:pt modelId="{13350BAC-3460-4881-BBD7-C1405E4CF51C}" type="sibTrans" cxnId="{6A802D03-4CDB-44F4-90F0-8AAF422619D8}">
      <dgm:prSet/>
      <dgm:spPr/>
      <dgm:t>
        <a:bodyPr/>
        <a:lstStyle/>
        <a:p>
          <a:endParaRPr lang="en-US"/>
        </a:p>
      </dgm:t>
    </dgm:pt>
    <dgm:pt modelId="{8F49D5D5-E58D-4A8A-8710-78D26C444EB1}">
      <dgm:prSet phldrT="[Text]" phldr="0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/>
            <a:t>Startups</a:t>
          </a:r>
        </a:p>
      </dgm:t>
    </dgm:pt>
    <dgm:pt modelId="{F34CA3FC-26B0-4CB0-A850-8321A7326971}" type="parTrans" cxnId="{2ECA86A9-90AF-4A39-AFED-4D1DA5D67481}">
      <dgm:prSet/>
      <dgm:spPr/>
      <dgm:t>
        <a:bodyPr/>
        <a:lstStyle/>
        <a:p>
          <a:endParaRPr lang="en-US"/>
        </a:p>
      </dgm:t>
    </dgm:pt>
    <dgm:pt modelId="{6B107FF9-01F0-453A-8F55-FE475D687A4A}" type="sibTrans" cxnId="{2ECA86A9-90AF-4A39-AFED-4D1DA5D67481}">
      <dgm:prSet/>
      <dgm:spPr/>
      <dgm:t>
        <a:bodyPr/>
        <a:lstStyle/>
        <a:p>
          <a:endParaRPr lang="en-US"/>
        </a:p>
      </dgm:t>
    </dgm:pt>
    <dgm:pt modelId="{04F93843-A967-4285-AB17-05AEEC661B34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Less pay / more flexibility</a:t>
          </a:r>
        </a:p>
      </dgm:t>
    </dgm:pt>
    <dgm:pt modelId="{7836755C-A7DF-4C43-B678-53F2EE3A9F77}" type="parTrans" cxnId="{E76B35B1-0DB5-4DF0-A200-86470DC04D0E}">
      <dgm:prSet/>
      <dgm:spPr/>
      <dgm:t>
        <a:bodyPr/>
        <a:lstStyle/>
        <a:p>
          <a:endParaRPr lang="en-US"/>
        </a:p>
      </dgm:t>
    </dgm:pt>
    <dgm:pt modelId="{B0520888-751C-4962-9D78-3DBB5098774B}" type="sibTrans" cxnId="{E76B35B1-0DB5-4DF0-A200-86470DC04D0E}">
      <dgm:prSet/>
      <dgm:spPr/>
      <dgm:t>
        <a:bodyPr/>
        <a:lstStyle/>
        <a:p>
          <a:endParaRPr lang="en-US"/>
        </a:p>
      </dgm:t>
    </dgm:pt>
    <dgm:pt modelId="{21BC5E83-8AA6-4018-B4FD-4371868E9A64}">
      <dgm:prSet phldrT="[Text]" phldr="0"/>
      <dgm:spPr>
        <a:solidFill>
          <a:srgbClr val="02573A"/>
        </a:solidFill>
        <a:ln>
          <a:solidFill>
            <a:srgbClr val="02573A"/>
          </a:solidFill>
        </a:ln>
      </dgm:spPr>
      <dgm:t>
        <a:bodyPr/>
        <a:lstStyle/>
        <a:p>
          <a:r>
            <a:rPr lang="en-US" b="1" dirty="0"/>
            <a:t>Academia / Gov</a:t>
          </a:r>
        </a:p>
      </dgm:t>
    </dgm:pt>
    <dgm:pt modelId="{79A272C0-B426-4DBC-AB1C-FABE5261011D}" type="parTrans" cxnId="{9BA499AF-1F69-4DA7-99EB-56CB6F0DA420}">
      <dgm:prSet/>
      <dgm:spPr/>
      <dgm:t>
        <a:bodyPr/>
        <a:lstStyle/>
        <a:p>
          <a:endParaRPr lang="en-US"/>
        </a:p>
      </dgm:t>
    </dgm:pt>
    <dgm:pt modelId="{21C9DD58-AEE3-4535-A6DC-9B33E8435C0B}" type="sibTrans" cxnId="{9BA499AF-1F69-4DA7-99EB-56CB6F0DA420}">
      <dgm:prSet/>
      <dgm:spPr/>
      <dgm:t>
        <a:bodyPr/>
        <a:lstStyle/>
        <a:p>
          <a:endParaRPr lang="en-US"/>
        </a:p>
      </dgm:t>
    </dgm:pt>
    <dgm:pt modelId="{E7EB4FAD-749B-41C7-9BE9-F32A21DB2602}">
      <dgm:prSet phldrT="[Text]" phldr="0" custT="1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ctr">
            <a:buNone/>
          </a:pPr>
          <a:r>
            <a:rPr lang="en-US" sz="1600" i="1" dirty="0"/>
            <a:t>Someone’s new company / co-found your own</a:t>
          </a:r>
        </a:p>
      </dgm:t>
    </dgm:pt>
    <dgm:pt modelId="{5CAE4166-4DFD-4623-93AE-DD3B3B405638}" type="parTrans" cxnId="{8262B352-F8A0-471C-A172-72FA66420D13}">
      <dgm:prSet/>
      <dgm:spPr/>
      <dgm:t>
        <a:bodyPr/>
        <a:lstStyle/>
        <a:p>
          <a:endParaRPr lang="en-US"/>
        </a:p>
      </dgm:t>
    </dgm:pt>
    <dgm:pt modelId="{51EF9F9C-A235-4F77-86FC-E423EC92B80C}" type="sibTrans" cxnId="{8262B352-F8A0-471C-A172-72FA66420D13}">
      <dgm:prSet/>
      <dgm:spPr/>
      <dgm:t>
        <a:bodyPr/>
        <a:lstStyle/>
        <a:p>
          <a:endParaRPr lang="en-US"/>
        </a:p>
      </dgm:t>
    </dgm:pt>
    <dgm:pt modelId="{7EC4DFF5-074D-44BA-8DE8-E7D2233CDE27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Wear multiple hats and learn a lot</a:t>
          </a:r>
        </a:p>
      </dgm:t>
    </dgm:pt>
    <dgm:pt modelId="{F2349CF2-7FE2-4785-8B2E-D49607808901}" type="parTrans" cxnId="{D6202B04-8815-45C0-8190-20F74E6E052F}">
      <dgm:prSet/>
      <dgm:spPr/>
      <dgm:t>
        <a:bodyPr/>
        <a:lstStyle/>
        <a:p>
          <a:endParaRPr lang="en-US"/>
        </a:p>
      </dgm:t>
    </dgm:pt>
    <dgm:pt modelId="{D038B0AC-A0C8-4ACA-BB3B-2D1F4CFB306D}" type="sibTrans" cxnId="{D6202B04-8815-45C0-8190-20F74E6E052F}">
      <dgm:prSet/>
      <dgm:spPr/>
      <dgm:t>
        <a:bodyPr/>
        <a:lstStyle/>
        <a:p>
          <a:endParaRPr lang="en-US"/>
        </a:p>
      </dgm:t>
    </dgm:pt>
    <dgm:pt modelId="{7294C13D-4865-476B-8607-3ABB86F458E3}">
      <dgm:prSet phldrT="[Text]" phldr="0" custT="1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Lower/no pay </a:t>
          </a:r>
          <a:r>
            <a:rPr lang="en-US" sz="1400" dirty="0"/>
            <a:t>(paid mostly in stock, which can be good if the company gets bought)</a:t>
          </a:r>
          <a:endParaRPr lang="en-US" sz="2000" dirty="0"/>
        </a:p>
      </dgm:t>
    </dgm:pt>
    <dgm:pt modelId="{CD50B4C7-B324-4237-AE6C-A17E7732A38D}" type="parTrans" cxnId="{71762067-6654-498C-BB8E-25C5E979F729}">
      <dgm:prSet/>
      <dgm:spPr/>
      <dgm:t>
        <a:bodyPr/>
        <a:lstStyle/>
        <a:p>
          <a:endParaRPr lang="en-US"/>
        </a:p>
      </dgm:t>
    </dgm:pt>
    <dgm:pt modelId="{ECFB257F-083D-4ED3-AD53-446FD66F158A}" type="sibTrans" cxnId="{71762067-6654-498C-BB8E-25C5E979F729}">
      <dgm:prSet/>
      <dgm:spPr/>
      <dgm:t>
        <a:bodyPr/>
        <a:lstStyle/>
        <a:p>
          <a:endParaRPr lang="en-US"/>
        </a:p>
      </dgm:t>
    </dgm:pt>
    <dgm:pt modelId="{81D428B4-D7EC-4E7D-90D8-BCE34E283F33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Subject to lots of layoffs and restructuring</a:t>
          </a:r>
        </a:p>
      </dgm:t>
    </dgm:pt>
    <dgm:pt modelId="{3C79CAE2-9686-4DA1-9161-190B58470A0E}" type="parTrans" cxnId="{2267BA9D-EE12-41C1-9163-D0CDF9DE4F73}">
      <dgm:prSet/>
      <dgm:spPr/>
      <dgm:t>
        <a:bodyPr/>
        <a:lstStyle/>
        <a:p>
          <a:endParaRPr lang="en-US"/>
        </a:p>
      </dgm:t>
    </dgm:pt>
    <dgm:pt modelId="{F4D932A4-6537-4FEF-B3EC-5501DE2CE0DE}" type="sibTrans" cxnId="{2267BA9D-EE12-41C1-9163-D0CDF9DE4F73}">
      <dgm:prSet/>
      <dgm:spPr/>
      <dgm:t>
        <a:bodyPr/>
        <a:lstStyle/>
        <a:p>
          <a:endParaRPr lang="en-US"/>
        </a:p>
      </dgm:t>
    </dgm:pt>
    <dgm:pt modelId="{61E6AA7E-75E8-443E-BE32-0B204CA680A3}">
      <dgm:prSet phldrT="[Text]" phldr="0" custT="1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ctr">
            <a:buNone/>
          </a:pPr>
          <a:r>
            <a:rPr lang="en-US" sz="1600" i="1" dirty="0"/>
            <a:t>UNCC, City of Charlotte</a:t>
          </a:r>
        </a:p>
      </dgm:t>
    </dgm:pt>
    <dgm:pt modelId="{9C96EBC7-5EF4-4A1B-8F75-F4DC9F78F2A9}" type="parTrans" cxnId="{F9B9DD30-147D-4EF6-B14F-6451269B135F}">
      <dgm:prSet/>
      <dgm:spPr/>
      <dgm:t>
        <a:bodyPr/>
        <a:lstStyle/>
        <a:p>
          <a:endParaRPr lang="en-US"/>
        </a:p>
      </dgm:t>
    </dgm:pt>
    <dgm:pt modelId="{C37C7A12-F18F-4FF5-86BE-08347D5D40CE}" type="sibTrans" cxnId="{F9B9DD30-147D-4EF6-B14F-6451269B135F}">
      <dgm:prSet/>
      <dgm:spPr/>
      <dgm:t>
        <a:bodyPr/>
        <a:lstStyle/>
        <a:p>
          <a:endParaRPr lang="en-US"/>
        </a:p>
      </dgm:t>
    </dgm:pt>
    <dgm:pt modelId="{5D472BFE-62F3-408E-9D8B-19EC73A26CC5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100" dirty="0"/>
            <a:t>In academia: Grant-funded work (to work on what you want)</a:t>
          </a:r>
        </a:p>
      </dgm:t>
    </dgm:pt>
    <dgm:pt modelId="{80D350E9-F8B4-46F8-A3D7-BAD9C5F2CE37}" type="parTrans" cxnId="{AA31D2C5-84CA-43D2-830E-F0B9B614E886}">
      <dgm:prSet/>
      <dgm:spPr/>
      <dgm:t>
        <a:bodyPr/>
        <a:lstStyle/>
        <a:p>
          <a:endParaRPr lang="en-US"/>
        </a:p>
      </dgm:t>
    </dgm:pt>
    <dgm:pt modelId="{6895DDBD-975B-4104-BCEE-E14E78466C48}" type="sibTrans" cxnId="{AA31D2C5-84CA-43D2-830E-F0B9B614E886}">
      <dgm:prSet/>
      <dgm:spPr/>
      <dgm:t>
        <a:bodyPr/>
        <a:lstStyle/>
        <a:p>
          <a:endParaRPr lang="en-US"/>
        </a:p>
      </dgm:t>
    </dgm:pt>
    <dgm:pt modelId="{C00EE757-5754-4393-9630-1A75F815C493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100" dirty="0"/>
            <a:t>Lowest pay, but stable job with good benefits</a:t>
          </a:r>
        </a:p>
      </dgm:t>
    </dgm:pt>
    <dgm:pt modelId="{628F0B22-0460-45B8-8ECE-0EF89A6B1931}" type="parTrans" cxnId="{8890FE6D-AA96-4537-8500-5C86F02A8B50}">
      <dgm:prSet/>
      <dgm:spPr/>
      <dgm:t>
        <a:bodyPr/>
        <a:lstStyle/>
        <a:p>
          <a:endParaRPr lang="en-US"/>
        </a:p>
      </dgm:t>
    </dgm:pt>
    <dgm:pt modelId="{8D706960-4EDD-4E49-9A6C-5FBEA9D781B8}" type="sibTrans" cxnId="{8890FE6D-AA96-4537-8500-5C86F02A8B50}">
      <dgm:prSet/>
      <dgm:spPr/>
      <dgm:t>
        <a:bodyPr/>
        <a:lstStyle/>
        <a:p>
          <a:endParaRPr lang="en-US"/>
        </a:p>
      </dgm:t>
    </dgm:pt>
    <dgm:pt modelId="{2D6FA2B8-2CBA-44C4-A019-7D5DFDE78F4A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High  performance expectations</a:t>
          </a:r>
        </a:p>
      </dgm:t>
    </dgm:pt>
    <dgm:pt modelId="{7451B3C4-4772-4C1D-B15B-AC757BFB3FCF}" type="parTrans" cxnId="{12D82495-8613-4B9D-8877-CFEEBBE50F62}">
      <dgm:prSet/>
      <dgm:spPr/>
      <dgm:t>
        <a:bodyPr/>
        <a:lstStyle/>
        <a:p>
          <a:endParaRPr lang="en-US"/>
        </a:p>
      </dgm:t>
    </dgm:pt>
    <dgm:pt modelId="{2C444CB2-8008-4307-8AC3-2E2EDE00588B}" type="sibTrans" cxnId="{12D82495-8613-4B9D-8877-CFEEBBE50F62}">
      <dgm:prSet/>
      <dgm:spPr/>
      <dgm:t>
        <a:bodyPr/>
        <a:lstStyle/>
        <a:p>
          <a:endParaRPr lang="en-US"/>
        </a:p>
      </dgm:t>
    </dgm:pt>
    <dgm:pt modelId="{295D47A1-B1A7-4F65-BE23-AA12F5040B13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Slower/easier jobs with growth opportunities</a:t>
          </a:r>
        </a:p>
      </dgm:t>
    </dgm:pt>
    <dgm:pt modelId="{04DBA3AE-1C6C-46CE-B7ED-EBE283ABE896}" type="parTrans" cxnId="{51D8A1A2-E986-4886-8FCA-B9623CC65DC7}">
      <dgm:prSet/>
      <dgm:spPr/>
      <dgm:t>
        <a:bodyPr/>
        <a:lstStyle/>
        <a:p>
          <a:endParaRPr lang="en-US"/>
        </a:p>
      </dgm:t>
    </dgm:pt>
    <dgm:pt modelId="{912BE63A-1D1B-4BE9-B060-9CABBD494A23}" type="sibTrans" cxnId="{51D8A1A2-E986-4886-8FCA-B9623CC65DC7}">
      <dgm:prSet/>
      <dgm:spPr/>
      <dgm:t>
        <a:bodyPr/>
        <a:lstStyle/>
        <a:p>
          <a:endParaRPr lang="en-US"/>
        </a:p>
      </dgm:t>
    </dgm:pt>
    <dgm:pt modelId="{FF0DC5BF-670E-47CC-9DDA-1A021D3DB8BD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More travel</a:t>
          </a:r>
        </a:p>
      </dgm:t>
    </dgm:pt>
    <dgm:pt modelId="{86F09453-901E-4EC8-8EDE-EB610CEE1229}" type="parTrans" cxnId="{B6F43F44-B560-4938-AB26-F6956F8717AB}">
      <dgm:prSet/>
      <dgm:spPr/>
      <dgm:t>
        <a:bodyPr/>
        <a:lstStyle/>
        <a:p>
          <a:endParaRPr lang="en-US"/>
        </a:p>
      </dgm:t>
    </dgm:pt>
    <dgm:pt modelId="{083EB83B-D31B-475E-9017-A635CF05AF43}" type="sibTrans" cxnId="{B6F43F44-B560-4938-AB26-F6956F8717AB}">
      <dgm:prSet/>
      <dgm:spPr/>
      <dgm:t>
        <a:bodyPr/>
        <a:lstStyle/>
        <a:p>
          <a:endParaRPr lang="en-US"/>
        </a:p>
      </dgm:t>
    </dgm:pt>
    <dgm:pt modelId="{2C82DBFD-A66D-4F1C-AE3D-FBC646994096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Jump from project to project</a:t>
          </a:r>
        </a:p>
      </dgm:t>
    </dgm:pt>
    <dgm:pt modelId="{4951B848-C7DA-451D-A00C-ED7A546730F5}" type="parTrans" cxnId="{9E0859A2-2987-45E7-90EA-A316731B1BAB}">
      <dgm:prSet/>
      <dgm:spPr/>
      <dgm:t>
        <a:bodyPr/>
        <a:lstStyle/>
        <a:p>
          <a:endParaRPr lang="en-US"/>
        </a:p>
      </dgm:t>
    </dgm:pt>
    <dgm:pt modelId="{EB93529C-A32D-4414-886A-E3E022356038}" type="sibTrans" cxnId="{9E0859A2-2987-45E7-90EA-A316731B1BAB}">
      <dgm:prSet/>
      <dgm:spPr/>
      <dgm:t>
        <a:bodyPr/>
        <a:lstStyle/>
        <a:p>
          <a:endParaRPr lang="en-US"/>
        </a:p>
      </dgm:t>
    </dgm:pt>
    <dgm:pt modelId="{24B2B862-DC53-44E5-BD24-17623CE6F208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r>
            <a:rPr lang="en-US" sz="2000" dirty="0"/>
            <a:t>High stress, high reward</a:t>
          </a:r>
          <a:endParaRPr lang="en-US" sz="2000" i="1" dirty="0"/>
        </a:p>
      </dgm:t>
    </dgm:pt>
    <dgm:pt modelId="{3D23A2B5-DC7F-42CD-9139-9A4BA905157F}" type="parTrans" cxnId="{B5735E1A-12DE-4317-B3B6-F654F3285987}">
      <dgm:prSet/>
      <dgm:spPr/>
      <dgm:t>
        <a:bodyPr/>
        <a:lstStyle/>
        <a:p>
          <a:endParaRPr lang="en-US"/>
        </a:p>
      </dgm:t>
    </dgm:pt>
    <dgm:pt modelId="{0C53ADF3-2C9B-4124-9CA3-8B78973002B6}" type="sibTrans" cxnId="{B5735E1A-12DE-4317-B3B6-F654F3285987}">
      <dgm:prSet/>
      <dgm:spPr/>
      <dgm:t>
        <a:bodyPr/>
        <a:lstStyle/>
        <a:p>
          <a:endParaRPr lang="en-US"/>
        </a:p>
      </dgm:t>
    </dgm:pt>
    <dgm:pt modelId="{20560D35-C06B-4F95-A8CD-D2736F7ACFD4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endParaRPr lang="en-US" sz="2000" i="1" dirty="0"/>
        </a:p>
      </dgm:t>
    </dgm:pt>
    <dgm:pt modelId="{B13A2D09-4309-47B5-B9BD-B72BC4CBACAC}" type="parTrans" cxnId="{41A08D72-8F8B-4A69-8FF9-5310EA22AD17}">
      <dgm:prSet/>
      <dgm:spPr/>
      <dgm:t>
        <a:bodyPr/>
        <a:lstStyle/>
        <a:p>
          <a:endParaRPr lang="en-US"/>
        </a:p>
      </dgm:t>
    </dgm:pt>
    <dgm:pt modelId="{B59D14A6-AA12-4443-9251-C0283223F132}" type="sibTrans" cxnId="{41A08D72-8F8B-4A69-8FF9-5310EA22AD17}">
      <dgm:prSet/>
      <dgm:spPr/>
      <dgm:t>
        <a:bodyPr/>
        <a:lstStyle/>
        <a:p>
          <a:endParaRPr lang="en-US"/>
        </a:p>
      </dgm:t>
    </dgm:pt>
    <dgm:pt modelId="{2CB8D3A1-3A27-4ED0-AA9B-C3696C255DF7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endParaRPr lang="en-US" sz="2000" i="1" dirty="0"/>
        </a:p>
      </dgm:t>
    </dgm:pt>
    <dgm:pt modelId="{486DD643-6387-4251-93D0-AAADFBEF511C}" type="parTrans" cxnId="{99514809-717B-499C-A40A-A7B6A006449E}">
      <dgm:prSet/>
      <dgm:spPr/>
      <dgm:t>
        <a:bodyPr/>
        <a:lstStyle/>
        <a:p>
          <a:endParaRPr lang="en-US"/>
        </a:p>
      </dgm:t>
    </dgm:pt>
    <dgm:pt modelId="{296E5A22-047C-47AC-8A99-D3A4B6AF8CB8}" type="sibTrans" cxnId="{99514809-717B-499C-A40A-A7B6A006449E}">
      <dgm:prSet/>
      <dgm:spPr/>
      <dgm:t>
        <a:bodyPr/>
        <a:lstStyle/>
        <a:p>
          <a:endParaRPr lang="en-US"/>
        </a:p>
      </dgm:t>
    </dgm:pt>
    <dgm:pt modelId="{BD68E89E-A26C-40D2-A7F0-F8384B134C74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endParaRPr lang="en-US" sz="2000" i="1" dirty="0"/>
        </a:p>
      </dgm:t>
    </dgm:pt>
    <dgm:pt modelId="{12154F46-03CF-468C-BF3F-375D7E715995}" type="parTrans" cxnId="{22C33339-8537-4069-9735-9E36E5214380}">
      <dgm:prSet/>
      <dgm:spPr/>
      <dgm:t>
        <a:bodyPr/>
        <a:lstStyle/>
        <a:p>
          <a:endParaRPr lang="en-US"/>
        </a:p>
      </dgm:t>
    </dgm:pt>
    <dgm:pt modelId="{A421C49D-37E6-48F2-B193-19CFACE396A1}" type="sibTrans" cxnId="{22C33339-8537-4069-9735-9E36E5214380}">
      <dgm:prSet/>
      <dgm:spPr/>
      <dgm:t>
        <a:bodyPr/>
        <a:lstStyle/>
        <a:p>
          <a:endParaRPr lang="en-US"/>
        </a:p>
      </dgm:t>
    </dgm:pt>
    <dgm:pt modelId="{B33902FB-9D72-4EB8-B89A-1C5A8941DC5A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endParaRPr lang="en-US" sz="2000" i="1" dirty="0"/>
        </a:p>
      </dgm:t>
    </dgm:pt>
    <dgm:pt modelId="{0EEF41ED-721A-445B-90A6-48E053A9B6EB}" type="parTrans" cxnId="{1A8FD9CC-A290-4B66-8705-0FD19CF16C25}">
      <dgm:prSet/>
      <dgm:spPr/>
      <dgm:t>
        <a:bodyPr/>
        <a:lstStyle/>
        <a:p>
          <a:endParaRPr lang="en-US"/>
        </a:p>
      </dgm:t>
    </dgm:pt>
    <dgm:pt modelId="{095A12B1-3889-4DC3-85F0-EDDA56CE42A7}" type="sibTrans" cxnId="{1A8FD9CC-A290-4B66-8705-0FD19CF16C25}">
      <dgm:prSet/>
      <dgm:spPr/>
      <dgm:t>
        <a:bodyPr/>
        <a:lstStyle/>
        <a:p>
          <a:endParaRPr lang="en-US"/>
        </a:p>
      </dgm:t>
    </dgm:pt>
    <dgm:pt modelId="{3FC963D1-9863-4001-ACE0-A8DF12E32441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>
            <a:buNone/>
          </a:pPr>
          <a:endParaRPr lang="en-US" sz="2100" i="1" dirty="0"/>
        </a:p>
      </dgm:t>
    </dgm:pt>
    <dgm:pt modelId="{17F208C7-B85D-4754-A596-B7D88E7937C7}" type="parTrans" cxnId="{D6E257F0-AB83-4ED6-A0A7-DD9455639E14}">
      <dgm:prSet/>
      <dgm:spPr/>
      <dgm:t>
        <a:bodyPr/>
        <a:lstStyle/>
        <a:p>
          <a:endParaRPr lang="en-US"/>
        </a:p>
      </dgm:t>
    </dgm:pt>
    <dgm:pt modelId="{7D355B19-6686-47D1-9428-C6BBD6A19044}" type="sibTrans" cxnId="{D6E257F0-AB83-4ED6-A0A7-DD9455639E14}">
      <dgm:prSet/>
      <dgm:spPr/>
      <dgm:t>
        <a:bodyPr/>
        <a:lstStyle/>
        <a:p>
          <a:endParaRPr lang="en-US"/>
        </a:p>
      </dgm:t>
    </dgm:pt>
    <dgm:pt modelId="{3EFACA49-6729-4F7F-90AB-C21D5001BD0A}">
      <dgm:prSet phldrT="[Text]" phldr="0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pPr algn="l"/>
          <a:endParaRPr lang="en-US" sz="2100" dirty="0"/>
        </a:p>
      </dgm:t>
    </dgm:pt>
    <dgm:pt modelId="{3DCFB09E-3DC6-44F0-A111-3897F70ACC50}" type="parTrans" cxnId="{43EC0379-A54A-446E-9F8E-A60202B74664}">
      <dgm:prSet/>
      <dgm:spPr/>
      <dgm:t>
        <a:bodyPr/>
        <a:lstStyle/>
        <a:p>
          <a:endParaRPr lang="en-US"/>
        </a:p>
      </dgm:t>
    </dgm:pt>
    <dgm:pt modelId="{0A1B92AD-7996-4E57-B91D-621FEC959350}" type="sibTrans" cxnId="{43EC0379-A54A-446E-9F8E-A60202B74664}">
      <dgm:prSet/>
      <dgm:spPr/>
      <dgm:t>
        <a:bodyPr/>
        <a:lstStyle/>
        <a:p>
          <a:endParaRPr lang="en-US"/>
        </a:p>
      </dgm:t>
    </dgm:pt>
    <dgm:pt modelId="{5F9F8197-CB28-488E-9F6E-3429BDE3A7FB}" type="pres">
      <dgm:prSet presAssocID="{990BBA00-28E9-4E6E-97BF-07E458FAA910}" presName="Name0" presStyleCnt="0">
        <dgm:presLayoutVars>
          <dgm:dir/>
          <dgm:animLvl val="lvl"/>
          <dgm:resizeHandles val="exact"/>
        </dgm:presLayoutVars>
      </dgm:prSet>
      <dgm:spPr/>
    </dgm:pt>
    <dgm:pt modelId="{47D8ED9B-1292-4E33-BF79-C527BB8A6AAF}" type="pres">
      <dgm:prSet presAssocID="{CA60437D-4D02-4B7A-B0F7-4C291BFDE60B}" presName="composite" presStyleCnt="0"/>
      <dgm:spPr/>
    </dgm:pt>
    <dgm:pt modelId="{7D00D200-5D08-4660-81CD-DD0EB721C59A}" type="pres">
      <dgm:prSet presAssocID="{CA60437D-4D02-4B7A-B0F7-4C291BFDE60B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83C924CE-DA8F-401B-B00D-26FF297151D7}" type="pres">
      <dgm:prSet presAssocID="{CA60437D-4D02-4B7A-B0F7-4C291BFDE60B}" presName="desTx" presStyleLbl="alignAccFollowNode1" presStyleIdx="0" presStyleCnt="5">
        <dgm:presLayoutVars>
          <dgm:bulletEnabled val="1"/>
        </dgm:presLayoutVars>
      </dgm:prSet>
      <dgm:spPr/>
    </dgm:pt>
    <dgm:pt modelId="{4AC3A3C2-81D6-4CCD-B094-14E8B3CADA44}" type="pres">
      <dgm:prSet presAssocID="{499B552A-1EEE-429E-8E93-CD1023576A5C}" presName="space" presStyleCnt="0"/>
      <dgm:spPr/>
    </dgm:pt>
    <dgm:pt modelId="{755B8453-D570-4B99-9A93-7CE7FB007C85}" type="pres">
      <dgm:prSet presAssocID="{2AB68734-7A30-4B45-B18C-1F5E6DA4A9C8}" presName="composite" presStyleCnt="0"/>
      <dgm:spPr/>
    </dgm:pt>
    <dgm:pt modelId="{ABA9BF21-F082-4AB1-85F2-D535D9101BD8}" type="pres">
      <dgm:prSet presAssocID="{2AB68734-7A30-4B45-B18C-1F5E6DA4A9C8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21E58A28-6C75-4D29-BA66-9E774E963425}" type="pres">
      <dgm:prSet presAssocID="{2AB68734-7A30-4B45-B18C-1F5E6DA4A9C8}" presName="desTx" presStyleLbl="alignAccFollowNode1" presStyleIdx="1" presStyleCnt="5">
        <dgm:presLayoutVars>
          <dgm:bulletEnabled val="1"/>
        </dgm:presLayoutVars>
      </dgm:prSet>
      <dgm:spPr/>
    </dgm:pt>
    <dgm:pt modelId="{46293EDD-5258-4741-924B-01BF4B774CCC}" type="pres">
      <dgm:prSet presAssocID="{9003C69A-6DE1-4F71-B334-B38FC5FB7B1E}" presName="space" presStyleCnt="0"/>
      <dgm:spPr/>
    </dgm:pt>
    <dgm:pt modelId="{E7E1CC13-B583-4553-8336-B916383581F1}" type="pres">
      <dgm:prSet presAssocID="{51B2F595-01CA-46EB-9D55-2A303C2AA9FD}" presName="composite" presStyleCnt="0"/>
      <dgm:spPr/>
    </dgm:pt>
    <dgm:pt modelId="{AA0F5247-BCE6-45A0-AC15-5CBC2568D7DB}" type="pres">
      <dgm:prSet presAssocID="{51B2F595-01CA-46EB-9D55-2A303C2AA9FD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19665F91-2F76-4D95-BE8F-651C611CC792}" type="pres">
      <dgm:prSet presAssocID="{51B2F595-01CA-46EB-9D55-2A303C2AA9FD}" presName="desTx" presStyleLbl="alignAccFollowNode1" presStyleIdx="2" presStyleCnt="5">
        <dgm:presLayoutVars>
          <dgm:bulletEnabled val="1"/>
        </dgm:presLayoutVars>
      </dgm:prSet>
      <dgm:spPr/>
    </dgm:pt>
    <dgm:pt modelId="{322E9C8D-75B6-4A7E-97BB-4AAD7DC9F868}" type="pres">
      <dgm:prSet presAssocID="{A4228D01-74E4-46FE-B198-000F819A1C1D}" presName="space" presStyleCnt="0"/>
      <dgm:spPr/>
    </dgm:pt>
    <dgm:pt modelId="{E9F20E2E-FCBD-4B0D-9480-E5F00EF091FD}" type="pres">
      <dgm:prSet presAssocID="{8F49D5D5-E58D-4A8A-8710-78D26C444EB1}" presName="composite" presStyleCnt="0"/>
      <dgm:spPr/>
    </dgm:pt>
    <dgm:pt modelId="{3743F264-8D73-41A8-82F3-A082E6920BE2}" type="pres">
      <dgm:prSet presAssocID="{8F49D5D5-E58D-4A8A-8710-78D26C444EB1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4CAC01C-0CB2-4BDE-B606-E79172EE1883}" type="pres">
      <dgm:prSet presAssocID="{8F49D5D5-E58D-4A8A-8710-78D26C444EB1}" presName="desTx" presStyleLbl="alignAccFollowNode1" presStyleIdx="3" presStyleCnt="5">
        <dgm:presLayoutVars>
          <dgm:bulletEnabled val="1"/>
        </dgm:presLayoutVars>
      </dgm:prSet>
      <dgm:spPr/>
    </dgm:pt>
    <dgm:pt modelId="{B04BAEED-6B52-4D8B-8844-796749C1FFA3}" type="pres">
      <dgm:prSet presAssocID="{6B107FF9-01F0-453A-8F55-FE475D687A4A}" presName="space" presStyleCnt="0"/>
      <dgm:spPr/>
    </dgm:pt>
    <dgm:pt modelId="{E1FA1CF1-C000-46BC-A39C-6B91128C77C1}" type="pres">
      <dgm:prSet presAssocID="{21BC5E83-8AA6-4018-B4FD-4371868E9A64}" presName="composite" presStyleCnt="0"/>
      <dgm:spPr/>
    </dgm:pt>
    <dgm:pt modelId="{194B1752-351F-4BB1-B03D-89EA41E7EF76}" type="pres">
      <dgm:prSet presAssocID="{21BC5E83-8AA6-4018-B4FD-4371868E9A64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539A28A3-0B1E-42F3-A705-9B1132975975}" type="pres">
      <dgm:prSet presAssocID="{21BC5E83-8AA6-4018-B4FD-4371868E9A64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6A802D03-4CDB-44F4-90F0-8AAF422619D8}" srcId="{51B2F595-01CA-46EB-9D55-2A303C2AA9FD}" destId="{A517A4BA-722F-4BFB-B178-608AE61A7E29}" srcOrd="0" destOrd="0" parTransId="{616F0828-308F-47E4-9BEF-AD7797F93BF2}" sibTransId="{13350BAC-3460-4881-BBD7-C1405E4CF51C}"/>
    <dgm:cxn modelId="{D6202B04-8815-45C0-8190-20F74E6E052F}" srcId="{8F49D5D5-E58D-4A8A-8710-78D26C444EB1}" destId="{7EC4DFF5-074D-44BA-8DE8-E7D2233CDE27}" srcOrd="3" destOrd="0" parTransId="{F2349CF2-7FE2-4785-8B2E-D49607808901}" sibTransId="{D038B0AC-A0C8-4ACA-BB3B-2D1F4CFB306D}"/>
    <dgm:cxn modelId="{99514809-717B-499C-A40A-A7B6A006449E}" srcId="{2AB68734-7A30-4B45-B18C-1F5E6DA4A9C8}" destId="{2CB8D3A1-3A27-4ED0-AA9B-C3696C255DF7}" srcOrd="1" destOrd="0" parTransId="{486DD643-6387-4251-93D0-AAADFBEF511C}" sibTransId="{296E5A22-047C-47AC-8A99-D3A4B6AF8CB8}"/>
    <dgm:cxn modelId="{1F86580C-03A8-4F6A-A977-0F9385CC6C29}" type="presOf" srcId="{61E6AA7E-75E8-443E-BE32-0B204CA680A3}" destId="{539A28A3-0B1E-42F3-A705-9B1132975975}" srcOrd="0" destOrd="0" presId="urn:microsoft.com/office/officeart/2005/8/layout/hList1"/>
    <dgm:cxn modelId="{B5735E1A-12DE-4317-B3B6-F654F3285987}" srcId="{8F49D5D5-E58D-4A8A-8710-78D26C444EB1}" destId="{24B2B862-DC53-44E5-BD24-17623CE6F208}" srcOrd="2" destOrd="0" parTransId="{3D23A2B5-DC7F-42CD-9139-9A4BA905157F}" sibTransId="{0C53ADF3-2C9B-4124-9CA3-8B78973002B6}"/>
    <dgm:cxn modelId="{6A7A7420-C1C3-468B-94F7-2CF488B81A79}" type="presOf" srcId="{E7EB4FAD-749B-41C7-9BE9-F32A21DB2602}" destId="{E4CAC01C-0CB2-4BDE-B606-E79172EE1883}" srcOrd="0" destOrd="0" presId="urn:microsoft.com/office/officeart/2005/8/layout/hList1"/>
    <dgm:cxn modelId="{FE026A21-696F-4F5C-886A-D9F40832B487}" type="presOf" srcId="{B321AF37-A074-4293-8D67-BC33EA95AD63}" destId="{21E58A28-6C75-4D29-BA66-9E774E963425}" srcOrd="0" destOrd="2" presId="urn:microsoft.com/office/officeart/2005/8/layout/hList1"/>
    <dgm:cxn modelId="{AC09E123-C07F-46F8-8452-4C8600C6B791}" type="presOf" srcId="{7294C13D-4865-476B-8607-3ABB86F458E3}" destId="{E4CAC01C-0CB2-4BDE-B606-E79172EE1883}" srcOrd="0" destOrd="4" presId="urn:microsoft.com/office/officeart/2005/8/layout/hList1"/>
    <dgm:cxn modelId="{AA9ABC2E-1D0C-44BC-BEB6-02FC12FDDEDA}" type="presOf" srcId="{81D428B4-D7EC-4E7D-90D8-BCE34E283F33}" destId="{21E58A28-6C75-4D29-BA66-9E774E963425}" srcOrd="0" destOrd="4" presId="urn:microsoft.com/office/officeart/2005/8/layout/hList1"/>
    <dgm:cxn modelId="{F9B9DD30-147D-4EF6-B14F-6451269B135F}" srcId="{21BC5E83-8AA6-4018-B4FD-4371868E9A64}" destId="{61E6AA7E-75E8-443E-BE32-0B204CA680A3}" srcOrd="0" destOrd="0" parTransId="{9C96EBC7-5EF4-4A1B-8F75-F4DC9F78F2A9}" sibTransId="{C37C7A12-F18F-4FF5-86BE-08347D5D40CE}"/>
    <dgm:cxn modelId="{2EF0E832-D33E-4952-9559-FA4FF1462086}" srcId="{CA60437D-4D02-4B7A-B0F7-4C291BFDE60B}" destId="{BF19D606-516A-4961-BE54-9AFBFAF45BE4}" srcOrd="0" destOrd="0" parTransId="{07285E7C-1E65-47F5-9D67-701F131571AC}" sibTransId="{3F518340-7EEC-442A-8EFE-282B8E477801}"/>
    <dgm:cxn modelId="{22C33339-8537-4069-9735-9E36E5214380}" srcId="{51B2F595-01CA-46EB-9D55-2A303C2AA9FD}" destId="{BD68E89E-A26C-40D2-A7F0-F8384B134C74}" srcOrd="1" destOrd="0" parTransId="{12154F46-03CF-468C-BF3F-375D7E715995}" sibTransId="{A421C49D-37E6-48F2-B193-19CFACE396A1}"/>
    <dgm:cxn modelId="{B2E4CE39-3D95-40F1-8219-DD2B9742DCD8}" srcId="{990BBA00-28E9-4E6E-97BF-07E458FAA910}" destId="{2AB68734-7A30-4B45-B18C-1F5E6DA4A9C8}" srcOrd="1" destOrd="0" parTransId="{51BFAD50-A808-4242-9B7D-EE2498E3F930}" sibTransId="{9003C69A-6DE1-4F71-B334-B38FC5FB7B1E}"/>
    <dgm:cxn modelId="{2947223C-D9D5-4992-8C7A-C47EEF01BD94}" type="presOf" srcId="{E1916B9D-8A2B-4FAB-887E-240E7FF36DE3}" destId="{83C924CE-DA8F-401B-B00D-26FF297151D7}" srcOrd="0" destOrd="2" presId="urn:microsoft.com/office/officeart/2005/8/layout/hList1"/>
    <dgm:cxn modelId="{7C386F5B-28DD-4115-8084-223716F302AA}" type="presOf" srcId="{24B2B862-DC53-44E5-BD24-17623CE6F208}" destId="{E4CAC01C-0CB2-4BDE-B606-E79172EE1883}" srcOrd="0" destOrd="2" presId="urn:microsoft.com/office/officeart/2005/8/layout/hList1"/>
    <dgm:cxn modelId="{B6F43F44-B560-4938-AB26-F6956F8717AB}" srcId="{51B2F595-01CA-46EB-9D55-2A303C2AA9FD}" destId="{FF0DC5BF-670E-47CC-9DDA-1A021D3DB8BD}" srcOrd="3" destOrd="0" parTransId="{86F09453-901E-4EC8-8EDE-EB610CEE1229}" sibTransId="{083EB83B-D31B-475E-9017-A635CF05AF43}"/>
    <dgm:cxn modelId="{71762067-6654-498C-BB8E-25C5E979F729}" srcId="{8F49D5D5-E58D-4A8A-8710-78D26C444EB1}" destId="{7294C13D-4865-476B-8607-3ABB86F458E3}" srcOrd="4" destOrd="0" parTransId="{CD50B4C7-B324-4237-AE6C-A17E7732A38D}" sibTransId="{ECFB257F-083D-4ED3-AD53-446FD66F158A}"/>
    <dgm:cxn modelId="{762EB448-F505-4FED-A706-0760AC7869C7}" type="presOf" srcId="{21BC5E83-8AA6-4018-B4FD-4371868E9A64}" destId="{194B1752-351F-4BB1-B03D-89EA41E7EF76}" srcOrd="0" destOrd="0" presId="urn:microsoft.com/office/officeart/2005/8/layout/hList1"/>
    <dgm:cxn modelId="{69C9C068-788E-43FE-8C5A-4126F9920E53}" srcId="{990BBA00-28E9-4E6E-97BF-07E458FAA910}" destId="{CA60437D-4D02-4B7A-B0F7-4C291BFDE60B}" srcOrd="0" destOrd="0" parTransId="{D78D217D-7381-408E-96D1-6A1D897F2FE9}" sibTransId="{499B552A-1EEE-429E-8E93-CD1023576A5C}"/>
    <dgm:cxn modelId="{14B82E6B-7718-4FEF-AAB5-E82D1E39726B}" srcId="{CA60437D-4D02-4B7A-B0F7-4C291BFDE60B}" destId="{E1916B9D-8A2B-4FAB-887E-240E7FF36DE3}" srcOrd="2" destOrd="0" parTransId="{556D119F-E49F-4BE5-A48C-539610B9BEB4}" sibTransId="{A1FD4D15-FFB2-4CC2-9089-D12EACDF37CD}"/>
    <dgm:cxn modelId="{4489BF6D-BC65-466F-A9D4-E8E9D41C1658}" type="presOf" srcId="{3EFACA49-6729-4F7F-90AB-C21D5001BD0A}" destId="{539A28A3-0B1E-42F3-A705-9B1132975975}" srcOrd="0" destOrd="3" presId="urn:microsoft.com/office/officeart/2005/8/layout/hList1"/>
    <dgm:cxn modelId="{8890FE6D-AA96-4537-8500-5C86F02A8B50}" srcId="{21BC5E83-8AA6-4018-B4FD-4371868E9A64}" destId="{C00EE757-5754-4393-9630-1A75F815C493}" srcOrd="4" destOrd="0" parTransId="{628F0B22-0460-45B8-8ECE-0EF89A6B1931}" sibTransId="{8D706960-4EDD-4E49-9A6C-5FBEA9D781B8}"/>
    <dgm:cxn modelId="{4F188170-684E-494D-B250-CE667F9E3231}" type="presOf" srcId="{20560D35-C06B-4F95-A8CD-D2736F7ACFD4}" destId="{83C924CE-DA8F-401B-B00D-26FF297151D7}" srcOrd="0" destOrd="1" presId="urn:microsoft.com/office/officeart/2005/8/layout/hList1"/>
    <dgm:cxn modelId="{41A08D72-8F8B-4A69-8FF9-5310EA22AD17}" srcId="{CA60437D-4D02-4B7A-B0F7-4C291BFDE60B}" destId="{20560D35-C06B-4F95-A8CD-D2736F7ACFD4}" srcOrd="1" destOrd="0" parTransId="{B13A2D09-4309-47B5-B9BD-B72BC4CBACAC}" sibTransId="{B59D14A6-AA12-4443-9251-C0283223F132}"/>
    <dgm:cxn modelId="{8262B352-F8A0-471C-A172-72FA66420D13}" srcId="{8F49D5D5-E58D-4A8A-8710-78D26C444EB1}" destId="{E7EB4FAD-749B-41C7-9BE9-F32A21DB2602}" srcOrd="0" destOrd="0" parTransId="{5CAE4166-4DFD-4623-93AE-DD3B3B405638}" sibTransId="{51EF9F9C-A235-4F77-86FC-E423EC92B80C}"/>
    <dgm:cxn modelId="{9990B373-59D0-4DC0-87B6-CFC05235788B}" srcId="{2AB68734-7A30-4B45-B18C-1F5E6DA4A9C8}" destId="{B321AF37-A074-4293-8D67-BC33EA95AD63}" srcOrd="2" destOrd="0" parTransId="{F338E482-1BF1-4094-B682-97A5753546AB}" sibTransId="{97FFA1EA-8D5D-4E5B-99B6-3B16AB6B008E}"/>
    <dgm:cxn modelId="{BCE04555-56CA-4B1F-B006-35E456D95BDF}" type="presOf" srcId="{BF19D606-516A-4961-BE54-9AFBFAF45BE4}" destId="{83C924CE-DA8F-401B-B00D-26FF297151D7}" srcOrd="0" destOrd="0" presId="urn:microsoft.com/office/officeart/2005/8/layout/hList1"/>
    <dgm:cxn modelId="{43EC0379-A54A-446E-9F8E-A60202B74664}" srcId="{21BC5E83-8AA6-4018-B4FD-4371868E9A64}" destId="{3EFACA49-6729-4F7F-90AB-C21D5001BD0A}" srcOrd="3" destOrd="0" parTransId="{3DCFB09E-3DC6-44F0-A111-3897F70ACC50}" sibTransId="{0A1B92AD-7996-4E57-B91D-621FEC959350}"/>
    <dgm:cxn modelId="{40FF5C82-B62F-4909-ACCC-1E1B118E3FB8}" type="presOf" srcId="{A2F683F7-AAB5-4072-AFCE-7AB648DEDD03}" destId="{21E58A28-6C75-4D29-BA66-9E774E963425}" srcOrd="0" destOrd="0" presId="urn:microsoft.com/office/officeart/2005/8/layout/hList1"/>
    <dgm:cxn modelId="{E8FDB687-8429-4ABA-B0F4-A789B8911E81}" type="presOf" srcId="{8F49D5D5-E58D-4A8A-8710-78D26C444EB1}" destId="{3743F264-8D73-41A8-82F3-A082E6920BE2}" srcOrd="0" destOrd="0" presId="urn:microsoft.com/office/officeart/2005/8/layout/hList1"/>
    <dgm:cxn modelId="{A6F7118B-3052-4AFC-9E54-96308C9CC1FA}" type="presOf" srcId="{2CB8D3A1-3A27-4ED0-AA9B-C3696C255DF7}" destId="{21E58A28-6C75-4D29-BA66-9E774E963425}" srcOrd="0" destOrd="1" presId="urn:microsoft.com/office/officeart/2005/8/layout/hList1"/>
    <dgm:cxn modelId="{12D82495-8613-4B9D-8877-CFEEBBE50F62}" srcId="{2AB68734-7A30-4B45-B18C-1F5E6DA4A9C8}" destId="{2D6FA2B8-2CBA-44C4-A019-7D5DFDE78F4A}" srcOrd="3" destOrd="0" parTransId="{7451B3C4-4772-4C1D-B15B-AC757BFB3FCF}" sibTransId="{2C444CB2-8008-4307-8AC3-2E2EDE00588B}"/>
    <dgm:cxn modelId="{D5DE7D96-BBF6-4E66-B79C-CBFF0E36AF63}" type="presOf" srcId="{295D47A1-B1A7-4F65-BE23-AA12F5040B13}" destId="{83C924CE-DA8F-401B-B00D-26FF297151D7}" srcOrd="0" destOrd="3" presId="urn:microsoft.com/office/officeart/2005/8/layout/hList1"/>
    <dgm:cxn modelId="{2267BA9D-EE12-41C1-9163-D0CDF9DE4F73}" srcId="{2AB68734-7A30-4B45-B18C-1F5E6DA4A9C8}" destId="{81D428B4-D7EC-4E7D-90D8-BCE34E283F33}" srcOrd="4" destOrd="0" parTransId="{3C79CAE2-9686-4DA1-9161-190B58470A0E}" sibTransId="{F4D932A4-6537-4FEF-B3EC-5501DE2CE0DE}"/>
    <dgm:cxn modelId="{CC57ED9E-2B55-476F-9A64-2DB05FD84288}" type="presOf" srcId="{C00EE757-5754-4393-9630-1A75F815C493}" destId="{539A28A3-0B1E-42F3-A705-9B1132975975}" srcOrd="0" destOrd="4" presId="urn:microsoft.com/office/officeart/2005/8/layout/hList1"/>
    <dgm:cxn modelId="{E53217A0-9371-40AE-BDC2-2F33D560C487}" type="presOf" srcId="{B33902FB-9D72-4EB8-B89A-1C5A8941DC5A}" destId="{E4CAC01C-0CB2-4BDE-B606-E79172EE1883}" srcOrd="0" destOrd="1" presId="urn:microsoft.com/office/officeart/2005/8/layout/hList1"/>
    <dgm:cxn modelId="{9E0859A2-2987-45E7-90EA-A316731B1BAB}" srcId="{51B2F595-01CA-46EB-9D55-2A303C2AA9FD}" destId="{2C82DBFD-A66D-4F1C-AE3D-FBC646994096}" srcOrd="4" destOrd="0" parTransId="{4951B848-C7DA-451D-A00C-ED7A546730F5}" sibTransId="{EB93529C-A32D-4414-886A-E3E022356038}"/>
    <dgm:cxn modelId="{51D8A1A2-E986-4886-8FCA-B9623CC65DC7}" srcId="{CA60437D-4D02-4B7A-B0F7-4C291BFDE60B}" destId="{295D47A1-B1A7-4F65-BE23-AA12F5040B13}" srcOrd="3" destOrd="0" parTransId="{04DBA3AE-1C6C-46CE-B7ED-EBE283ABE896}" sibTransId="{912BE63A-1D1B-4BE9-B060-9CABBD494A23}"/>
    <dgm:cxn modelId="{2ECA86A9-90AF-4A39-AFED-4D1DA5D67481}" srcId="{990BBA00-28E9-4E6E-97BF-07E458FAA910}" destId="{8F49D5D5-E58D-4A8A-8710-78D26C444EB1}" srcOrd="3" destOrd="0" parTransId="{F34CA3FC-26B0-4CB0-A850-8321A7326971}" sibTransId="{6B107FF9-01F0-453A-8F55-FE475D687A4A}"/>
    <dgm:cxn modelId="{9BA499AF-1F69-4DA7-99EB-56CB6F0DA420}" srcId="{990BBA00-28E9-4E6E-97BF-07E458FAA910}" destId="{21BC5E83-8AA6-4018-B4FD-4371868E9A64}" srcOrd="4" destOrd="0" parTransId="{79A272C0-B426-4DBC-AB1C-FABE5261011D}" sibTransId="{21C9DD58-AEE3-4535-A6DC-9B33E8435C0B}"/>
    <dgm:cxn modelId="{E76B35B1-0DB5-4DF0-A200-86470DC04D0E}" srcId="{51B2F595-01CA-46EB-9D55-2A303C2AA9FD}" destId="{04F93843-A967-4285-AB17-05AEEC661B34}" srcOrd="2" destOrd="0" parTransId="{7836755C-A7DF-4C43-B678-53F2EE3A9F77}" sibTransId="{B0520888-751C-4962-9D78-3DBB5098774B}"/>
    <dgm:cxn modelId="{A4F2B2BF-D99B-4087-9F9B-788F22974821}" type="presOf" srcId="{990BBA00-28E9-4E6E-97BF-07E458FAA910}" destId="{5F9F8197-CB28-488E-9F6E-3429BDE3A7FB}" srcOrd="0" destOrd="0" presId="urn:microsoft.com/office/officeart/2005/8/layout/hList1"/>
    <dgm:cxn modelId="{8E7EEBBF-7C4D-4A4B-84D2-11493A9C4E48}" type="presOf" srcId="{FF0DC5BF-670E-47CC-9DDA-1A021D3DB8BD}" destId="{19665F91-2F76-4D95-BE8F-651C611CC792}" srcOrd="0" destOrd="3" presId="urn:microsoft.com/office/officeart/2005/8/layout/hList1"/>
    <dgm:cxn modelId="{10B232C0-21B6-492B-B68F-A611F5F69E1F}" type="presOf" srcId="{5D472BFE-62F3-408E-9D8B-19EC73A26CC5}" destId="{539A28A3-0B1E-42F3-A705-9B1132975975}" srcOrd="0" destOrd="2" presId="urn:microsoft.com/office/officeart/2005/8/layout/hList1"/>
    <dgm:cxn modelId="{AD234DC5-5683-4786-89C3-1BEFBCD68645}" type="presOf" srcId="{BD68E89E-A26C-40D2-A7F0-F8384B134C74}" destId="{19665F91-2F76-4D95-BE8F-651C611CC792}" srcOrd="0" destOrd="1" presId="urn:microsoft.com/office/officeart/2005/8/layout/hList1"/>
    <dgm:cxn modelId="{AA31D2C5-84CA-43D2-830E-F0B9B614E886}" srcId="{21BC5E83-8AA6-4018-B4FD-4371868E9A64}" destId="{5D472BFE-62F3-408E-9D8B-19EC73A26CC5}" srcOrd="2" destOrd="0" parTransId="{80D350E9-F8B4-46F8-A3D7-BAD9C5F2CE37}" sibTransId="{6895DDBD-975B-4104-BCEE-E14E78466C48}"/>
    <dgm:cxn modelId="{1A8FD9CC-A290-4B66-8705-0FD19CF16C25}" srcId="{8F49D5D5-E58D-4A8A-8710-78D26C444EB1}" destId="{B33902FB-9D72-4EB8-B89A-1C5A8941DC5A}" srcOrd="1" destOrd="0" parTransId="{0EEF41ED-721A-445B-90A6-48E053A9B6EB}" sibTransId="{095A12B1-3889-4DC3-85F0-EDDA56CE42A7}"/>
    <dgm:cxn modelId="{5DDCA9D4-8064-4804-BB20-45BF06213BDA}" type="presOf" srcId="{CA60437D-4D02-4B7A-B0F7-4C291BFDE60B}" destId="{7D00D200-5D08-4660-81CD-DD0EB721C59A}" srcOrd="0" destOrd="0" presId="urn:microsoft.com/office/officeart/2005/8/layout/hList1"/>
    <dgm:cxn modelId="{3331B5DB-5A36-4C1A-9B32-4CE841E75803}" type="presOf" srcId="{04F93843-A967-4285-AB17-05AEEC661B34}" destId="{19665F91-2F76-4D95-BE8F-651C611CC792}" srcOrd="0" destOrd="2" presId="urn:microsoft.com/office/officeart/2005/8/layout/hList1"/>
    <dgm:cxn modelId="{BC1F2BDC-A89C-4AB3-9B01-048122643882}" srcId="{2AB68734-7A30-4B45-B18C-1F5E6DA4A9C8}" destId="{A2F683F7-AAB5-4072-AFCE-7AB648DEDD03}" srcOrd="0" destOrd="0" parTransId="{C7B97B70-FB5A-4B0C-B571-A8FE4F24796A}" sibTransId="{8D6396EE-C2D2-4084-9236-6FFA7D1DA2BB}"/>
    <dgm:cxn modelId="{7057E0E1-E963-44BB-9CFD-AA8D364A062D}" type="presOf" srcId="{51B2F595-01CA-46EB-9D55-2A303C2AA9FD}" destId="{AA0F5247-BCE6-45A0-AC15-5CBC2568D7DB}" srcOrd="0" destOrd="0" presId="urn:microsoft.com/office/officeart/2005/8/layout/hList1"/>
    <dgm:cxn modelId="{A3DD65E3-C9FF-4B95-A653-15083B0FDF24}" srcId="{990BBA00-28E9-4E6E-97BF-07E458FAA910}" destId="{51B2F595-01CA-46EB-9D55-2A303C2AA9FD}" srcOrd="2" destOrd="0" parTransId="{70E1F728-762B-41F2-8B4B-0DE8785715D5}" sibTransId="{A4228D01-74E4-46FE-B198-000F819A1C1D}"/>
    <dgm:cxn modelId="{C27E5BE5-F9FC-494F-B2F2-5FFA9DCEB7BD}" type="presOf" srcId="{2D6FA2B8-2CBA-44C4-A019-7D5DFDE78F4A}" destId="{21E58A28-6C75-4D29-BA66-9E774E963425}" srcOrd="0" destOrd="3" presId="urn:microsoft.com/office/officeart/2005/8/layout/hList1"/>
    <dgm:cxn modelId="{9AB466EB-C2DF-4E72-A204-B7FCF2F86323}" type="presOf" srcId="{2AB68734-7A30-4B45-B18C-1F5E6DA4A9C8}" destId="{ABA9BF21-F082-4AB1-85F2-D535D9101BD8}" srcOrd="0" destOrd="0" presId="urn:microsoft.com/office/officeart/2005/8/layout/hList1"/>
    <dgm:cxn modelId="{A5564AEE-67CB-4D77-BAD9-236240C9C908}" type="presOf" srcId="{3FC963D1-9863-4001-ACE0-A8DF12E32441}" destId="{539A28A3-0B1E-42F3-A705-9B1132975975}" srcOrd="0" destOrd="1" presId="urn:microsoft.com/office/officeart/2005/8/layout/hList1"/>
    <dgm:cxn modelId="{B338DCEE-0D08-487A-8076-9BF5DF4E0126}" type="presOf" srcId="{A517A4BA-722F-4BFB-B178-608AE61A7E29}" destId="{19665F91-2F76-4D95-BE8F-651C611CC792}" srcOrd="0" destOrd="0" presId="urn:microsoft.com/office/officeart/2005/8/layout/hList1"/>
    <dgm:cxn modelId="{D6E257F0-AB83-4ED6-A0A7-DD9455639E14}" srcId="{21BC5E83-8AA6-4018-B4FD-4371868E9A64}" destId="{3FC963D1-9863-4001-ACE0-A8DF12E32441}" srcOrd="1" destOrd="0" parTransId="{17F208C7-B85D-4754-A596-B7D88E7937C7}" sibTransId="{7D355B19-6686-47D1-9428-C6BBD6A19044}"/>
    <dgm:cxn modelId="{091AD5F0-4139-46DE-A4E4-AD367E9026D0}" type="presOf" srcId="{7EC4DFF5-074D-44BA-8DE8-E7D2233CDE27}" destId="{E4CAC01C-0CB2-4BDE-B606-E79172EE1883}" srcOrd="0" destOrd="3" presId="urn:microsoft.com/office/officeart/2005/8/layout/hList1"/>
    <dgm:cxn modelId="{941CE3F3-7CEA-4F63-89AB-24D6396F3CCC}" type="presOf" srcId="{2C82DBFD-A66D-4F1C-AE3D-FBC646994096}" destId="{19665F91-2F76-4D95-BE8F-651C611CC792}" srcOrd="0" destOrd="4" presId="urn:microsoft.com/office/officeart/2005/8/layout/hList1"/>
    <dgm:cxn modelId="{0CB15464-57D3-42A1-8499-28036B625DD2}" type="presParOf" srcId="{5F9F8197-CB28-488E-9F6E-3429BDE3A7FB}" destId="{47D8ED9B-1292-4E33-BF79-C527BB8A6AAF}" srcOrd="0" destOrd="0" presId="urn:microsoft.com/office/officeart/2005/8/layout/hList1"/>
    <dgm:cxn modelId="{E2B73C8D-FD68-48B6-8BAD-196ADD7CF135}" type="presParOf" srcId="{47D8ED9B-1292-4E33-BF79-C527BB8A6AAF}" destId="{7D00D200-5D08-4660-81CD-DD0EB721C59A}" srcOrd="0" destOrd="0" presId="urn:microsoft.com/office/officeart/2005/8/layout/hList1"/>
    <dgm:cxn modelId="{030A2A40-FFD6-4492-BD94-6AA8AB1F1315}" type="presParOf" srcId="{47D8ED9B-1292-4E33-BF79-C527BB8A6AAF}" destId="{83C924CE-DA8F-401B-B00D-26FF297151D7}" srcOrd="1" destOrd="0" presId="urn:microsoft.com/office/officeart/2005/8/layout/hList1"/>
    <dgm:cxn modelId="{C936799A-157F-4BDE-88A2-693348051F5F}" type="presParOf" srcId="{5F9F8197-CB28-488E-9F6E-3429BDE3A7FB}" destId="{4AC3A3C2-81D6-4CCD-B094-14E8B3CADA44}" srcOrd="1" destOrd="0" presId="urn:microsoft.com/office/officeart/2005/8/layout/hList1"/>
    <dgm:cxn modelId="{EE4FC18A-1B22-434E-A25D-D8F8B41BCBA9}" type="presParOf" srcId="{5F9F8197-CB28-488E-9F6E-3429BDE3A7FB}" destId="{755B8453-D570-4B99-9A93-7CE7FB007C85}" srcOrd="2" destOrd="0" presId="urn:microsoft.com/office/officeart/2005/8/layout/hList1"/>
    <dgm:cxn modelId="{C421B2EE-27FD-4985-9DE6-AA8B7E109196}" type="presParOf" srcId="{755B8453-D570-4B99-9A93-7CE7FB007C85}" destId="{ABA9BF21-F082-4AB1-85F2-D535D9101BD8}" srcOrd="0" destOrd="0" presId="urn:microsoft.com/office/officeart/2005/8/layout/hList1"/>
    <dgm:cxn modelId="{2E8E58BC-C983-4EC4-B3D1-9E9EDF613947}" type="presParOf" srcId="{755B8453-D570-4B99-9A93-7CE7FB007C85}" destId="{21E58A28-6C75-4D29-BA66-9E774E963425}" srcOrd="1" destOrd="0" presId="urn:microsoft.com/office/officeart/2005/8/layout/hList1"/>
    <dgm:cxn modelId="{3B1D43FB-39F8-4B04-88A5-40AA0540DD8F}" type="presParOf" srcId="{5F9F8197-CB28-488E-9F6E-3429BDE3A7FB}" destId="{46293EDD-5258-4741-924B-01BF4B774CCC}" srcOrd="3" destOrd="0" presId="urn:microsoft.com/office/officeart/2005/8/layout/hList1"/>
    <dgm:cxn modelId="{B12AE376-2DEF-4904-B647-CD20CE336032}" type="presParOf" srcId="{5F9F8197-CB28-488E-9F6E-3429BDE3A7FB}" destId="{E7E1CC13-B583-4553-8336-B916383581F1}" srcOrd="4" destOrd="0" presId="urn:microsoft.com/office/officeart/2005/8/layout/hList1"/>
    <dgm:cxn modelId="{92994C44-C909-42C4-BA55-A473E875C465}" type="presParOf" srcId="{E7E1CC13-B583-4553-8336-B916383581F1}" destId="{AA0F5247-BCE6-45A0-AC15-5CBC2568D7DB}" srcOrd="0" destOrd="0" presId="urn:microsoft.com/office/officeart/2005/8/layout/hList1"/>
    <dgm:cxn modelId="{5CBB7B81-13B9-4928-B2AC-FF906D052016}" type="presParOf" srcId="{E7E1CC13-B583-4553-8336-B916383581F1}" destId="{19665F91-2F76-4D95-BE8F-651C611CC792}" srcOrd="1" destOrd="0" presId="urn:microsoft.com/office/officeart/2005/8/layout/hList1"/>
    <dgm:cxn modelId="{B7A104F8-2C4B-40F8-9E9B-B9AED9521634}" type="presParOf" srcId="{5F9F8197-CB28-488E-9F6E-3429BDE3A7FB}" destId="{322E9C8D-75B6-4A7E-97BB-4AAD7DC9F868}" srcOrd="5" destOrd="0" presId="urn:microsoft.com/office/officeart/2005/8/layout/hList1"/>
    <dgm:cxn modelId="{298DFE00-AED2-41EC-BF8F-DF9F443110E2}" type="presParOf" srcId="{5F9F8197-CB28-488E-9F6E-3429BDE3A7FB}" destId="{E9F20E2E-FCBD-4B0D-9480-E5F00EF091FD}" srcOrd="6" destOrd="0" presId="urn:microsoft.com/office/officeart/2005/8/layout/hList1"/>
    <dgm:cxn modelId="{CC5D7779-5937-44D1-BB19-8EC26C1BD940}" type="presParOf" srcId="{E9F20E2E-FCBD-4B0D-9480-E5F00EF091FD}" destId="{3743F264-8D73-41A8-82F3-A082E6920BE2}" srcOrd="0" destOrd="0" presId="urn:microsoft.com/office/officeart/2005/8/layout/hList1"/>
    <dgm:cxn modelId="{3630684A-1203-44EC-B0C8-F293A67EC32E}" type="presParOf" srcId="{E9F20E2E-FCBD-4B0D-9480-E5F00EF091FD}" destId="{E4CAC01C-0CB2-4BDE-B606-E79172EE1883}" srcOrd="1" destOrd="0" presId="urn:microsoft.com/office/officeart/2005/8/layout/hList1"/>
    <dgm:cxn modelId="{8535C8F6-F952-469C-875D-F417B6D40DA1}" type="presParOf" srcId="{5F9F8197-CB28-488E-9F6E-3429BDE3A7FB}" destId="{B04BAEED-6B52-4D8B-8844-796749C1FFA3}" srcOrd="7" destOrd="0" presId="urn:microsoft.com/office/officeart/2005/8/layout/hList1"/>
    <dgm:cxn modelId="{96E08831-4016-479B-97F2-E93261D65365}" type="presParOf" srcId="{5F9F8197-CB28-488E-9F6E-3429BDE3A7FB}" destId="{E1FA1CF1-C000-46BC-A39C-6B91128C77C1}" srcOrd="8" destOrd="0" presId="urn:microsoft.com/office/officeart/2005/8/layout/hList1"/>
    <dgm:cxn modelId="{00A998C6-2948-44B3-A220-070376A8A940}" type="presParOf" srcId="{E1FA1CF1-C000-46BC-A39C-6B91128C77C1}" destId="{194B1752-351F-4BB1-B03D-89EA41E7EF76}" srcOrd="0" destOrd="0" presId="urn:microsoft.com/office/officeart/2005/8/layout/hList1"/>
    <dgm:cxn modelId="{2278148B-4E67-4909-8E03-48C3C740C44F}" type="presParOf" srcId="{E1FA1CF1-C000-46BC-A39C-6B91128C77C1}" destId="{539A28A3-0B1E-42F3-A705-9B113297597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0D200-5D08-4660-81CD-DD0EB721C59A}">
      <dsp:nvSpPr>
        <dsp:cNvPr id="0" name=""/>
        <dsp:cNvSpPr/>
      </dsp:nvSpPr>
      <dsp:spPr>
        <a:xfrm>
          <a:off x="5478" y="432052"/>
          <a:ext cx="2100111" cy="826090"/>
        </a:xfrm>
        <a:prstGeom prst="rect">
          <a:avLst/>
        </a:prstGeom>
        <a:solidFill>
          <a:srgbClr val="802F2D"/>
        </a:solidFill>
        <a:ln w="25400" cap="flat" cmpd="sng" algn="ctr">
          <a:solidFill>
            <a:srgbClr val="802F2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Industry</a:t>
          </a:r>
        </a:p>
      </dsp:txBody>
      <dsp:txXfrm>
        <a:off x="5478" y="432052"/>
        <a:ext cx="2100111" cy="826090"/>
      </dsp:txXfrm>
    </dsp:sp>
    <dsp:sp modelId="{83C924CE-DA8F-401B-B00D-26FF297151D7}">
      <dsp:nvSpPr>
        <dsp:cNvPr id="0" name=""/>
        <dsp:cNvSpPr/>
      </dsp:nvSpPr>
      <dsp:spPr>
        <a:xfrm>
          <a:off x="5478" y="1258143"/>
          <a:ext cx="2100111" cy="3897575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i="1" kern="1200" dirty="0"/>
            <a:t>Bank of America, Atrium Health, NASCAR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i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Medium pay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Slower/easier jobs with growth opportunities</a:t>
          </a:r>
        </a:p>
      </dsp:txBody>
      <dsp:txXfrm>
        <a:off x="5478" y="1258143"/>
        <a:ext cx="2100111" cy="3897575"/>
      </dsp:txXfrm>
    </dsp:sp>
    <dsp:sp modelId="{ABA9BF21-F082-4AB1-85F2-D535D9101BD8}">
      <dsp:nvSpPr>
        <dsp:cNvPr id="0" name=""/>
        <dsp:cNvSpPr/>
      </dsp:nvSpPr>
      <dsp:spPr>
        <a:xfrm>
          <a:off x="2399605" y="432052"/>
          <a:ext cx="2100111" cy="826090"/>
        </a:xfrm>
        <a:prstGeom prst="rect">
          <a:avLst/>
        </a:prstGeom>
        <a:solidFill>
          <a:srgbClr val="A49665"/>
        </a:solidFill>
        <a:ln w="25400" cap="flat" cmpd="sng" algn="ctr">
          <a:solidFill>
            <a:srgbClr val="A4966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Tech</a:t>
          </a:r>
        </a:p>
      </dsp:txBody>
      <dsp:txXfrm>
        <a:off x="2399605" y="432052"/>
        <a:ext cx="2100111" cy="826090"/>
      </dsp:txXfrm>
    </dsp:sp>
    <dsp:sp modelId="{21E58A28-6C75-4D29-BA66-9E774E963425}">
      <dsp:nvSpPr>
        <dsp:cNvPr id="0" name=""/>
        <dsp:cNvSpPr/>
      </dsp:nvSpPr>
      <dsp:spPr>
        <a:xfrm>
          <a:off x="2399605" y="1258143"/>
          <a:ext cx="2100111" cy="3897575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i="1" kern="1200" dirty="0"/>
            <a:t>Microsoft, Databricks, Amazon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i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Great pay (+stock)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High  performance expectations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Subject to lots of layoffs and restructuring</a:t>
          </a:r>
        </a:p>
      </dsp:txBody>
      <dsp:txXfrm>
        <a:off x="2399605" y="1258143"/>
        <a:ext cx="2100111" cy="3897575"/>
      </dsp:txXfrm>
    </dsp:sp>
    <dsp:sp modelId="{AA0F5247-BCE6-45A0-AC15-5CBC2568D7DB}">
      <dsp:nvSpPr>
        <dsp:cNvPr id="0" name=""/>
        <dsp:cNvSpPr/>
      </dsp:nvSpPr>
      <dsp:spPr>
        <a:xfrm>
          <a:off x="4793732" y="432052"/>
          <a:ext cx="2100111" cy="826090"/>
        </a:xfrm>
        <a:prstGeom prst="rect">
          <a:avLst/>
        </a:prstGeom>
        <a:solidFill>
          <a:srgbClr val="007377"/>
        </a:solidFill>
        <a:ln w="25400" cap="flat" cmpd="sng" algn="ctr">
          <a:solidFill>
            <a:srgbClr val="00737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Consulting</a:t>
          </a:r>
        </a:p>
      </dsp:txBody>
      <dsp:txXfrm>
        <a:off x="4793732" y="432052"/>
        <a:ext cx="2100111" cy="826090"/>
      </dsp:txXfrm>
    </dsp:sp>
    <dsp:sp modelId="{19665F91-2F76-4D95-BE8F-651C611CC792}">
      <dsp:nvSpPr>
        <dsp:cNvPr id="0" name=""/>
        <dsp:cNvSpPr/>
      </dsp:nvSpPr>
      <dsp:spPr>
        <a:xfrm>
          <a:off x="4793732" y="1258143"/>
          <a:ext cx="2100111" cy="3897575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i="1" kern="1200" dirty="0"/>
            <a:t>Accenture, Deloitte, Microsoft Partners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i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Less pay / more flexibility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More travel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Jump from project to project</a:t>
          </a:r>
        </a:p>
      </dsp:txBody>
      <dsp:txXfrm>
        <a:off x="4793732" y="1258143"/>
        <a:ext cx="2100111" cy="3897575"/>
      </dsp:txXfrm>
    </dsp:sp>
    <dsp:sp modelId="{3743F264-8D73-41A8-82F3-A082E6920BE2}">
      <dsp:nvSpPr>
        <dsp:cNvPr id="0" name=""/>
        <dsp:cNvSpPr/>
      </dsp:nvSpPr>
      <dsp:spPr>
        <a:xfrm>
          <a:off x="7187859" y="432052"/>
          <a:ext cx="2100111" cy="826090"/>
        </a:xfrm>
        <a:prstGeom prst="rect">
          <a:avLst/>
        </a:prstGeom>
        <a:solidFill>
          <a:schemeClr val="tx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Startups</a:t>
          </a:r>
        </a:p>
      </dsp:txBody>
      <dsp:txXfrm>
        <a:off x="7187859" y="432052"/>
        <a:ext cx="2100111" cy="826090"/>
      </dsp:txXfrm>
    </dsp:sp>
    <dsp:sp modelId="{E4CAC01C-0CB2-4BDE-B606-E79172EE1883}">
      <dsp:nvSpPr>
        <dsp:cNvPr id="0" name=""/>
        <dsp:cNvSpPr/>
      </dsp:nvSpPr>
      <dsp:spPr>
        <a:xfrm>
          <a:off x="7187859" y="1258143"/>
          <a:ext cx="2100111" cy="3897575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i="1" kern="1200" dirty="0"/>
            <a:t>Someone’s new company / co-found your own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i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High stress, high reward</a:t>
          </a:r>
          <a:endParaRPr lang="en-US" sz="2000" i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Wear multiple hats and learn a lot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Lower/no pay </a:t>
          </a:r>
          <a:r>
            <a:rPr lang="en-US" sz="1400" kern="1200" dirty="0"/>
            <a:t>(paid mostly in stock, which can be good if the company gets bought)</a:t>
          </a:r>
          <a:endParaRPr lang="en-US" sz="2000" kern="1200" dirty="0"/>
        </a:p>
      </dsp:txBody>
      <dsp:txXfrm>
        <a:off x="7187859" y="1258143"/>
        <a:ext cx="2100111" cy="3897575"/>
      </dsp:txXfrm>
    </dsp:sp>
    <dsp:sp modelId="{194B1752-351F-4BB1-B03D-89EA41E7EF76}">
      <dsp:nvSpPr>
        <dsp:cNvPr id="0" name=""/>
        <dsp:cNvSpPr/>
      </dsp:nvSpPr>
      <dsp:spPr>
        <a:xfrm>
          <a:off x="9581986" y="432052"/>
          <a:ext cx="2100111" cy="826090"/>
        </a:xfrm>
        <a:prstGeom prst="rect">
          <a:avLst/>
        </a:prstGeom>
        <a:solidFill>
          <a:srgbClr val="02573A"/>
        </a:solidFill>
        <a:ln w="25400" cap="flat" cmpd="sng" algn="ctr">
          <a:solidFill>
            <a:srgbClr val="02573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Academia / Gov</a:t>
          </a:r>
        </a:p>
      </dsp:txBody>
      <dsp:txXfrm>
        <a:off x="9581986" y="432052"/>
        <a:ext cx="2100111" cy="826090"/>
      </dsp:txXfrm>
    </dsp:sp>
    <dsp:sp modelId="{539A28A3-0B1E-42F3-A705-9B1132975975}">
      <dsp:nvSpPr>
        <dsp:cNvPr id="0" name=""/>
        <dsp:cNvSpPr/>
      </dsp:nvSpPr>
      <dsp:spPr>
        <a:xfrm>
          <a:off x="9581986" y="1258143"/>
          <a:ext cx="2100111" cy="3897575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i="1" kern="1200" dirty="0"/>
            <a:t>UNCC, City of Charlotte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100" i="1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 academia: Grant-funded work (to work on what you want)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Lowest pay, but stable job with good benefits</a:t>
          </a:r>
        </a:p>
      </dsp:txBody>
      <dsp:txXfrm>
        <a:off x="9581986" y="1258143"/>
        <a:ext cx="2100111" cy="3897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2A7B2-669C-483A-9816-9AAED284CB2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4AEC-818F-4A57-8E38-57C43D150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28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CB9A0F5-6A79-BCF5-6D54-9B2CD3DD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ce1a0ec8a_10_0:notes">
            <a:extLst>
              <a:ext uri="{FF2B5EF4-FFF2-40B4-BE49-F238E27FC236}">
                <a16:creationId xmlns:a16="http://schemas.microsoft.com/office/drawing/2014/main" id="{4672210A-676C-E2B8-B44B-E25D9E39DE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ce1a0ec8a_10_0:notes">
            <a:extLst>
              <a:ext uri="{FF2B5EF4-FFF2-40B4-BE49-F238E27FC236}">
                <a16:creationId xmlns:a16="http://schemas.microsoft.com/office/drawing/2014/main" id="{FD97C6F2-5F14-BE36-38F8-B6121F728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160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ce1a0ec8a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ce1a0ec8a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40AD655-6738-8F0D-A005-D0F930ADF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ce1a0ec8a_10_0:notes">
            <a:extLst>
              <a:ext uri="{FF2B5EF4-FFF2-40B4-BE49-F238E27FC236}">
                <a16:creationId xmlns:a16="http://schemas.microsoft.com/office/drawing/2014/main" id="{046AFFEA-EF0D-7C96-4E98-118C15A60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ce1a0ec8a_10_0:notes">
            <a:extLst>
              <a:ext uri="{FF2B5EF4-FFF2-40B4-BE49-F238E27FC236}">
                <a16:creationId xmlns:a16="http://schemas.microsoft.com/office/drawing/2014/main" id="{4C7B0AA2-9FA5-8C1A-344A-423B7662D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524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522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057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367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923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825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383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28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524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202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5490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538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7033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934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1762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3200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5479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7914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7048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36823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1580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342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210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784723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78429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Oswald"/>
              <a:buNone/>
              <a:tabLst/>
              <a:defRPr/>
            </a:pPr>
            <a:r>
              <a:rPr kumimoji="0" lang="en-US" sz="8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ea typeface="Oswald"/>
                <a:cs typeface="Oswald"/>
                <a:sym typeface="Oswald"/>
              </a:rPr>
              <a:t>So, You Want a Job?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 panose="00000500000000000000" pitchFamily="2" charset="0"/>
                <a:ea typeface="Arial"/>
                <a:cs typeface="Arial"/>
                <a:sym typeface="Arial"/>
              </a:rPr>
              <a:t>Job Offers, Job Types, and Tips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swald" panose="00000500000000000000" pitchFamily="2" charset="0"/>
              <a:cs typeface="Arial"/>
              <a:sym typeface="Arial"/>
            </a:endParaRPr>
          </a:p>
        </p:txBody>
      </p:sp>
      <p:sp>
        <p:nvSpPr>
          <p:cNvPr id="2" name="Google Shape;197;p5">
            <a:extLst>
              <a:ext uri="{FF2B5EF4-FFF2-40B4-BE49-F238E27FC236}">
                <a16:creationId xmlns:a16="http://schemas.microsoft.com/office/drawing/2014/main" id="{7ACA264B-F5DD-0BC1-5F86-8EE4F90CEA92}"/>
              </a:ext>
            </a:extLst>
          </p:cNvPr>
          <p:cNvSpPr txBox="1"/>
          <p:nvPr/>
        </p:nvSpPr>
        <p:spPr>
          <a:xfrm>
            <a:off x="452907" y="5679583"/>
            <a:ext cx="4460384" cy="89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 panose="00000500000000000000" pitchFamily="2" charset="0"/>
                <a:ea typeface="Arial"/>
                <a:cs typeface="Arial"/>
                <a:sym typeface="Arial"/>
              </a:rPr>
              <a:t>Colby T. Ford, Ph.D. | November 2025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swald" panose="00000500000000000000" pitchFamily="2" charset="0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E2554E97-C8C7-D162-5126-49D5EE6F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A29F4-23D1-445A-2CA3-0D41EEC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50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swald" panose="00000500000000000000" pitchFamily="2" charset="0"/>
              </a:rPr>
              <a:t>What’s in a Job Offer?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C0C772-C9A6-3EDB-BFB7-7F99C029AD15}"/>
              </a:ext>
            </a:extLst>
          </p:cNvPr>
          <p:cNvSpPr/>
          <p:nvPr/>
        </p:nvSpPr>
        <p:spPr>
          <a:xfrm>
            <a:off x="1639909" y="1641523"/>
            <a:ext cx="2021983" cy="1239592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“$150k / year salary”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4B4795-4877-C58A-A719-D15238D8C678}"/>
              </a:ext>
            </a:extLst>
          </p:cNvPr>
          <p:cNvSpPr/>
          <p:nvPr/>
        </p:nvSpPr>
        <p:spPr>
          <a:xfrm>
            <a:off x="3936643" y="1641523"/>
            <a:ext cx="2021983" cy="1239592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“$30k to come work here”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F8F5A2-9362-21B8-1DA6-6F26641D4F9C}"/>
              </a:ext>
            </a:extLst>
          </p:cNvPr>
          <p:cNvSpPr/>
          <p:nvPr/>
        </p:nvSpPr>
        <p:spPr>
          <a:xfrm>
            <a:off x="6233375" y="1641523"/>
            <a:ext cx="2021983" cy="1239592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Health insurance, gym membership, PTO, holidays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192894-C53E-BFAC-D3ED-4AD8F5BF7073}"/>
              </a:ext>
            </a:extLst>
          </p:cNvPr>
          <p:cNvSpPr/>
          <p:nvPr/>
        </p:nvSpPr>
        <p:spPr>
          <a:xfrm>
            <a:off x="8530108" y="1641523"/>
            <a:ext cx="2021983" cy="1239592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“We match up to 4% of your 401(k) contributions”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74DB6-BBB1-18C0-9244-518959572FE1}"/>
              </a:ext>
            </a:extLst>
          </p:cNvPr>
          <p:cNvSpPr/>
          <p:nvPr/>
        </p:nvSpPr>
        <p:spPr>
          <a:xfrm>
            <a:off x="1639909" y="3667797"/>
            <a:ext cx="2021983" cy="1239592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“$200k in stock units (or options) that vest over 4 years”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5E1113-4DDB-B7E1-F4BB-521637AD6521}"/>
              </a:ext>
            </a:extLst>
          </p:cNvPr>
          <p:cNvSpPr/>
          <p:nvPr/>
        </p:nvSpPr>
        <p:spPr>
          <a:xfrm>
            <a:off x="3936643" y="3667797"/>
            <a:ext cx="2021983" cy="1239592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“20% of your salary every year if company meets goals”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81A9C7-DBD8-0DEE-76CF-A0FAEC170009}"/>
              </a:ext>
            </a:extLst>
          </p:cNvPr>
          <p:cNvSpPr/>
          <p:nvPr/>
        </p:nvSpPr>
        <p:spPr>
          <a:xfrm>
            <a:off x="6233374" y="3667797"/>
            <a:ext cx="2021983" cy="1239592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“15% of your salary if you meet your sales goals”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DDD65-2BEA-BA98-0479-F1E9C4FAC761}"/>
              </a:ext>
            </a:extLst>
          </p:cNvPr>
          <p:cNvSpPr/>
          <p:nvPr/>
        </p:nvSpPr>
        <p:spPr>
          <a:xfrm>
            <a:off x="8530105" y="3667797"/>
            <a:ext cx="2021983" cy="1239592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“$40k to move to Seattle, WA”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CE15E4-7FF8-B0D4-B896-3A6F09EC1EE1}"/>
              </a:ext>
            </a:extLst>
          </p:cNvPr>
          <p:cNvSpPr/>
          <p:nvPr/>
        </p:nvSpPr>
        <p:spPr>
          <a:xfrm>
            <a:off x="1639910" y="1107051"/>
            <a:ext cx="2021983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 Pay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90CA02-AE9C-E675-D4AA-2AC980751357}"/>
              </a:ext>
            </a:extLst>
          </p:cNvPr>
          <p:cNvSpPr/>
          <p:nvPr/>
        </p:nvSpPr>
        <p:spPr>
          <a:xfrm>
            <a:off x="3936643" y="1107051"/>
            <a:ext cx="2021983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Sign-on Bonus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99613-CAAC-6344-ADD8-5FE96FF53D03}"/>
              </a:ext>
            </a:extLst>
          </p:cNvPr>
          <p:cNvSpPr/>
          <p:nvPr/>
        </p:nvSpPr>
        <p:spPr>
          <a:xfrm>
            <a:off x="6233376" y="1107051"/>
            <a:ext cx="2021983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Benefits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B71248-DAEA-3150-B659-C713008AC4F0}"/>
              </a:ext>
            </a:extLst>
          </p:cNvPr>
          <p:cNvSpPr/>
          <p:nvPr/>
        </p:nvSpPr>
        <p:spPr>
          <a:xfrm>
            <a:off x="8530109" y="1107051"/>
            <a:ext cx="2021983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401(k) Match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D304D-B023-F7EA-D8E4-CBCC1BC51762}"/>
              </a:ext>
            </a:extLst>
          </p:cNvPr>
          <p:cNvSpPr/>
          <p:nvPr/>
        </p:nvSpPr>
        <p:spPr>
          <a:xfrm>
            <a:off x="1639910" y="3133325"/>
            <a:ext cx="2021983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Stock Options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16171A-926A-3A94-7062-C6C8653545F0}"/>
              </a:ext>
            </a:extLst>
          </p:cNvPr>
          <p:cNvSpPr/>
          <p:nvPr/>
        </p:nvSpPr>
        <p:spPr>
          <a:xfrm>
            <a:off x="3936643" y="3133325"/>
            <a:ext cx="2021983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Bonus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503FBB-6761-B036-5DCE-C23DC77BA7FA}"/>
              </a:ext>
            </a:extLst>
          </p:cNvPr>
          <p:cNvSpPr/>
          <p:nvPr/>
        </p:nvSpPr>
        <p:spPr>
          <a:xfrm>
            <a:off x="6233376" y="3133325"/>
            <a:ext cx="2021983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Incentive Awards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0F9E9-FB45-E2F4-96C8-8AA678F0DDC9}"/>
              </a:ext>
            </a:extLst>
          </p:cNvPr>
          <p:cNvSpPr/>
          <p:nvPr/>
        </p:nvSpPr>
        <p:spPr>
          <a:xfrm>
            <a:off x="8530108" y="3133325"/>
            <a:ext cx="2021983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D2BE1C-298D-022E-128E-0B337E125588}"/>
              </a:ext>
            </a:extLst>
          </p:cNvPr>
          <p:cNvSpPr txBox="1"/>
          <p:nvPr/>
        </p:nvSpPr>
        <p:spPr>
          <a:xfrm>
            <a:off x="1639909" y="5114581"/>
            <a:ext cx="5692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flexibility (WFH), terms of employment*, culture, etc.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A57350-EA85-1CDC-4108-DCFB70FE6E5A}"/>
              </a:ext>
            </a:extLst>
          </p:cNvPr>
          <p:cNvSpPr/>
          <p:nvPr/>
        </p:nvSpPr>
        <p:spPr>
          <a:xfrm>
            <a:off x="6323528" y="5901263"/>
            <a:ext cx="5370490" cy="534473"/>
          </a:xfrm>
          <a:prstGeom prst="rect">
            <a:avLst/>
          </a:prstGeom>
          <a:solidFill>
            <a:srgbClr val="A49665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* Beware of ownership of IP, moonlighting clauses (permission external activities), bonus terms (“must stay X years”).</a:t>
            </a:r>
          </a:p>
        </p:txBody>
      </p:sp>
    </p:spTree>
    <p:extLst>
      <p:ext uri="{BB962C8B-B14F-4D97-AF65-F5344CB8AC3E}">
        <p14:creationId xmlns:p14="http://schemas.microsoft.com/office/powerpoint/2010/main" val="9251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F7DE-5B67-E18F-1467-057959F44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50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swald" panose="00000500000000000000" pitchFamily="2" charset="0"/>
              </a:rPr>
              <a:t>Types of Jobs After Graduation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2F31814-28FC-E028-937A-0E55EB0AB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9865527"/>
              </p:ext>
            </p:extLst>
          </p:nvPr>
        </p:nvGraphicFramePr>
        <p:xfrm>
          <a:off x="252211" y="909620"/>
          <a:ext cx="11687577" cy="5587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A2B4DA4-D0D1-B453-3D52-B89E834C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30B4-F0C2-AB25-4D88-28BD1E6D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50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swald" panose="00000500000000000000" pitchFamily="2" charset="0"/>
              </a:rPr>
              <a:t>My Tips - Before and After You Get The Job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930FBD-823A-4D6C-45FC-CA7B7C86A350}"/>
              </a:ext>
            </a:extLst>
          </p:cNvPr>
          <p:cNvSpPr/>
          <p:nvPr/>
        </p:nvSpPr>
        <p:spPr>
          <a:xfrm>
            <a:off x="1427409" y="1682196"/>
            <a:ext cx="2436254" cy="1746804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Unlimited PTO comes with restrictions, and you won’t get paid out for it if you leave.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Take time off.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C8261C-E62F-7C4C-DC65-B25D0F21137F}"/>
              </a:ext>
            </a:extLst>
          </p:cNvPr>
          <p:cNvSpPr/>
          <p:nvPr/>
        </p:nvSpPr>
        <p:spPr>
          <a:xfrm>
            <a:off x="1427408" y="1153879"/>
            <a:ext cx="2436254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Don’t fall for “unlimited PTO”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C766D-BE93-955F-69D8-D30B063D5E94}"/>
              </a:ext>
            </a:extLst>
          </p:cNvPr>
          <p:cNvSpPr/>
          <p:nvPr/>
        </p:nvSpPr>
        <p:spPr>
          <a:xfrm>
            <a:off x="9364017" y="1682196"/>
            <a:ext cx="2436254" cy="1746804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It’s best to come in with a higher pay than to wait for raises.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Do your research on the market and negotiate the first offer. (They’re not going to rescind it).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34719-3A3B-6ED8-C542-6144297AB8A5}"/>
              </a:ext>
            </a:extLst>
          </p:cNvPr>
          <p:cNvSpPr/>
          <p:nvPr/>
        </p:nvSpPr>
        <p:spPr>
          <a:xfrm>
            <a:off x="9364016" y="1153874"/>
            <a:ext cx="2436254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Negotiate the offer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7799EE-718E-96E3-D370-9CA7ED83AA16}"/>
              </a:ext>
            </a:extLst>
          </p:cNvPr>
          <p:cNvSpPr/>
          <p:nvPr/>
        </p:nvSpPr>
        <p:spPr>
          <a:xfrm>
            <a:off x="4072944" y="1682196"/>
            <a:ext cx="2436254" cy="1746804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You’ll stand out among the many applicants if you have a presence online.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(GitHub, LinkedIn,</a:t>
            </a:r>
          </a:p>
          <a:p>
            <a:pPr algn="ctr"/>
            <a:r>
              <a:rPr lang="en-US" sz="1400" dirty="0"/>
              <a:t>blog/X posts, etc.)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80A761-0350-E81C-4940-A9945933F01B}"/>
              </a:ext>
            </a:extLst>
          </p:cNvPr>
          <p:cNvSpPr/>
          <p:nvPr/>
        </p:nvSpPr>
        <p:spPr>
          <a:xfrm>
            <a:off x="4072944" y="1153874"/>
            <a:ext cx="2436254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Have an online presence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4FE488-F464-F5E2-CFB8-8657DE626373}"/>
              </a:ext>
            </a:extLst>
          </p:cNvPr>
          <p:cNvSpPr/>
          <p:nvPr/>
        </p:nvSpPr>
        <p:spPr>
          <a:xfrm>
            <a:off x="1427409" y="4260500"/>
            <a:ext cx="2436254" cy="1740652"/>
          </a:xfrm>
          <a:prstGeom prst="rect">
            <a:avLst/>
          </a:prstGeom>
          <a:ln>
            <a:solidFill>
              <a:srgbClr val="A4966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larger pay bumps by moving companies often (but not too often).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E5856-BA2F-5F0F-B8A6-07991C178092}"/>
              </a:ext>
            </a:extLst>
          </p:cNvPr>
          <p:cNvSpPr/>
          <p:nvPr/>
        </p:nvSpPr>
        <p:spPr>
          <a:xfrm>
            <a:off x="1427409" y="3732189"/>
            <a:ext cx="2436254" cy="534472"/>
          </a:xfrm>
          <a:prstGeom prst="rect">
            <a:avLst/>
          </a:prstGeom>
          <a:solidFill>
            <a:srgbClr val="A49665"/>
          </a:solidFill>
          <a:ln>
            <a:solidFill>
              <a:srgbClr val="A496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Hop around every few years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7A95A0-F1A0-91FC-F2AB-0B42E1A8CA69}"/>
              </a:ext>
            </a:extLst>
          </p:cNvPr>
          <p:cNvSpPr/>
          <p:nvPr/>
        </p:nvSpPr>
        <p:spPr>
          <a:xfrm>
            <a:off x="4072945" y="4260499"/>
            <a:ext cx="2436254" cy="1740653"/>
          </a:xfrm>
          <a:prstGeom prst="rect">
            <a:avLst/>
          </a:prstGeom>
          <a:ln>
            <a:solidFill>
              <a:srgbClr val="A4966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Stay relevant by staying up to date with the latest technologies, languages, approaches, etc.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220D06-67E3-7C47-CAB5-2393ABD4A6FE}"/>
              </a:ext>
            </a:extLst>
          </p:cNvPr>
          <p:cNvSpPr/>
          <p:nvPr/>
        </p:nvSpPr>
        <p:spPr>
          <a:xfrm>
            <a:off x="4072945" y="3726028"/>
            <a:ext cx="2436254" cy="534472"/>
          </a:xfrm>
          <a:prstGeom prst="rect">
            <a:avLst/>
          </a:prstGeom>
          <a:solidFill>
            <a:srgbClr val="A49665"/>
          </a:solidFill>
          <a:ln>
            <a:solidFill>
              <a:srgbClr val="A496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Never stop improving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8E520B-6AA5-90F1-37AF-71B6E9869C73}"/>
              </a:ext>
            </a:extLst>
          </p:cNvPr>
          <p:cNvSpPr/>
          <p:nvPr/>
        </p:nvSpPr>
        <p:spPr>
          <a:xfrm>
            <a:off x="6718480" y="1682196"/>
            <a:ext cx="2436254" cy="1746804"/>
          </a:xfrm>
          <a:prstGeom prst="rect">
            <a:avLst/>
          </a:prstGeom>
          <a:ln>
            <a:solidFill>
              <a:srgbClr val="02573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 bad manager will make/break a job. So, figure out if you’re going to like them.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Understand what the job actually is.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3A55AA-A233-1326-FDBD-4D08606F59F4}"/>
              </a:ext>
            </a:extLst>
          </p:cNvPr>
          <p:cNvSpPr/>
          <p:nvPr/>
        </p:nvSpPr>
        <p:spPr>
          <a:xfrm>
            <a:off x="6718480" y="1153874"/>
            <a:ext cx="2436254" cy="534472"/>
          </a:xfrm>
          <a:prstGeom prst="rect">
            <a:avLst/>
          </a:prstGeom>
          <a:solidFill>
            <a:srgbClr val="02573A"/>
          </a:solidFill>
          <a:ln>
            <a:solidFill>
              <a:srgbClr val="025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to know the manager/</a:t>
            </a:r>
          </a:p>
          <a:p>
            <a:pPr algn="ctr"/>
            <a:r>
              <a:rPr lang="en-US" sz="1400" dirty="0"/>
              <a:t>role in the interviews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DE1404-8EE6-153C-5F58-EF68B1A0D5B0}"/>
              </a:ext>
            </a:extLst>
          </p:cNvPr>
          <p:cNvSpPr/>
          <p:nvPr/>
        </p:nvSpPr>
        <p:spPr>
          <a:xfrm rot="16200000">
            <a:off x="-261945" y="2104840"/>
            <a:ext cx="2268979" cy="36704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Before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E37530-2089-59D8-C97F-54108292E694}"/>
              </a:ext>
            </a:extLst>
          </p:cNvPr>
          <p:cNvSpPr/>
          <p:nvPr/>
        </p:nvSpPr>
        <p:spPr>
          <a:xfrm rot="16200000">
            <a:off x="-255506" y="4683142"/>
            <a:ext cx="2268976" cy="36704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13CDEA-9DEC-0D7B-6B59-59728472EE7E}"/>
              </a:ext>
            </a:extLst>
          </p:cNvPr>
          <p:cNvSpPr/>
          <p:nvPr/>
        </p:nvSpPr>
        <p:spPr>
          <a:xfrm>
            <a:off x="6718480" y="4260498"/>
            <a:ext cx="2436254" cy="1740654"/>
          </a:xfrm>
          <a:prstGeom prst="rect">
            <a:avLst/>
          </a:prstGeom>
          <a:ln>
            <a:solidFill>
              <a:srgbClr val="A4966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Network with others in the field (online, at conferences, local events, etc.)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They are the easiest way to your next role.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8AC853-784F-5C73-9943-7C8F6198BC40}"/>
              </a:ext>
            </a:extLst>
          </p:cNvPr>
          <p:cNvSpPr/>
          <p:nvPr/>
        </p:nvSpPr>
        <p:spPr>
          <a:xfrm>
            <a:off x="6718480" y="3726027"/>
            <a:ext cx="2436254" cy="534472"/>
          </a:xfrm>
          <a:prstGeom prst="rect">
            <a:avLst/>
          </a:prstGeom>
          <a:solidFill>
            <a:srgbClr val="A49665"/>
          </a:solidFill>
          <a:ln>
            <a:solidFill>
              <a:srgbClr val="A496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Network. Network. Network.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148957-22DC-6F10-B274-0EBC70C00729}"/>
              </a:ext>
            </a:extLst>
          </p:cNvPr>
          <p:cNvSpPr/>
          <p:nvPr/>
        </p:nvSpPr>
        <p:spPr>
          <a:xfrm>
            <a:off x="9364016" y="4254348"/>
            <a:ext cx="2436254" cy="1746804"/>
          </a:xfrm>
          <a:prstGeom prst="rect">
            <a:avLst/>
          </a:prstGeom>
          <a:ln>
            <a:solidFill>
              <a:srgbClr val="A4966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Your HR representatives work for the company, not you.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Don’t trust them with anything.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B5D39D-86FF-14BB-F19E-208EAA6F1E18}"/>
              </a:ext>
            </a:extLst>
          </p:cNvPr>
          <p:cNvSpPr/>
          <p:nvPr/>
        </p:nvSpPr>
        <p:spPr>
          <a:xfrm>
            <a:off x="9364015" y="3726026"/>
            <a:ext cx="2436254" cy="534472"/>
          </a:xfrm>
          <a:prstGeom prst="rect">
            <a:avLst/>
          </a:prstGeom>
          <a:solidFill>
            <a:srgbClr val="A49665"/>
          </a:solidFill>
          <a:ln>
            <a:solidFill>
              <a:srgbClr val="A496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HR is not your friend</a:t>
            </a:r>
          </a:p>
        </p:txBody>
      </p:sp>
    </p:spTree>
    <p:extLst>
      <p:ext uri="{BB962C8B-B14F-4D97-AF65-F5344CB8AC3E}">
        <p14:creationId xmlns:p14="http://schemas.microsoft.com/office/powerpoint/2010/main" val="13566799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547</Words>
  <Application>Microsoft Office PowerPoint</Application>
  <PresentationFormat>Widescreen</PresentationFormat>
  <Paragraphs>79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Oswald</vt:lpstr>
      <vt:lpstr>1_Office Theme</vt:lpstr>
      <vt:lpstr>Office Theme</vt:lpstr>
      <vt:lpstr>PowerPoint Presentation</vt:lpstr>
      <vt:lpstr>What’s in a Job Offer?</vt:lpstr>
      <vt:lpstr>Types of Jobs After Graduation</vt:lpstr>
      <vt:lpstr>My Tips - Before and After You Get The Job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4</cp:revision>
  <dcterms:created xsi:type="dcterms:W3CDTF">2025-11-05T14:31:17Z</dcterms:created>
  <dcterms:modified xsi:type="dcterms:W3CDTF">2025-11-05T15:47:22Z</dcterms:modified>
</cp:coreProperties>
</file>