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"/>
  </p:notesMasterIdLst>
  <p:sldIdLst>
    <p:sldId id="256" r:id="rId2"/>
    <p:sldId id="488" r:id="rId3"/>
    <p:sldId id="487" r:id="rId4"/>
  </p:sldIdLst>
  <p:sldSz cx="9144000" cy="5143500" type="screen16x9"/>
  <p:notesSz cx="6858000" cy="9144000"/>
  <p:embeddedFontLst>
    <p:embeddedFont>
      <p:font typeface="Lato" panose="020F0502020204030203" pitchFamily="34" charset="0"/>
      <p:regular r:id="rId6"/>
      <p:bold r:id="rId7"/>
      <p:italic r:id="rId8"/>
      <p:boldItalic r:id="rId9"/>
    </p:embeddedFont>
    <p:embeddedFont>
      <p:font typeface="Raleway" pitchFamily="2" charset="0"/>
      <p:regular r:id="rId10"/>
      <p:bold r:id="rId11"/>
      <p:italic r:id="rId12"/>
      <p:boldItalic r:id="rId13"/>
    </p:embeddedFon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88014" autoAdjust="0"/>
  </p:normalViewPr>
  <p:slideViewPr>
    <p:cSldViewPr snapToGrid="0" snapToObjects="1">
      <p:cViewPr varScale="1">
        <p:scale>
          <a:sx n="176" d="100"/>
          <a:sy n="176" d="100"/>
        </p:scale>
        <p:origin x="1296" y="156"/>
      </p:cViewPr>
      <p:guideLst/>
    </p:cSldViewPr>
  </p:slideViewPr>
  <p:outlineViewPr>
    <p:cViewPr>
      <p:scale>
        <a:sx n="33" d="100"/>
        <a:sy n="33" d="100"/>
      </p:scale>
      <p:origin x="0" y="-1566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font" Target="fonts/font8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font" Target="fonts/font2.fntdata"/><Relationship Id="rId12" Type="http://schemas.openxmlformats.org/officeDocument/2006/relationships/font" Target="fonts/font7.fntdata"/><Relationship Id="rId17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11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font" Target="fonts/font6.fntdata"/><Relationship Id="rId5" Type="http://schemas.openxmlformats.org/officeDocument/2006/relationships/notesMaster" Target="notesMasters/notesMaster1.xml"/><Relationship Id="rId15" Type="http://schemas.openxmlformats.org/officeDocument/2006/relationships/font" Target="fonts/font10.fntdata"/><Relationship Id="rId10" Type="http://schemas.openxmlformats.org/officeDocument/2006/relationships/font" Target="fonts/font5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Relationship Id="rId14" Type="http://schemas.openxmlformats.org/officeDocument/2006/relationships/font" Target="fonts/font9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80DE40-B004-44A1-A5F0-E6BBD7F0EFC8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B2E585C-A3AA-406F-9EC3-66E0BD70582D}">
      <dgm:prSet phldrT="[Text]" phldr="0"/>
      <dgm:spPr/>
      <dgm:t>
        <a:bodyPr/>
        <a:lstStyle/>
        <a:p>
          <a:pPr algn="ctr"/>
          <a:r>
            <a:rPr lang="en-US" dirty="0"/>
            <a:t>Data Platform</a:t>
          </a:r>
        </a:p>
      </dgm:t>
    </dgm:pt>
    <dgm:pt modelId="{E36C1B7A-E804-4427-AFA3-B148B0A34A5E}" type="parTrans" cxnId="{B90B58E6-2D7B-45B5-8B00-BB658F2D8D51}">
      <dgm:prSet/>
      <dgm:spPr/>
      <dgm:t>
        <a:bodyPr/>
        <a:lstStyle/>
        <a:p>
          <a:endParaRPr lang="en-US"/>
        </a:p>
      </dgm:t>
    </dgm:pt>
    <dgm:pt modelId="{BAD14C3A-FAEA-4A40-A398-9DE0CD762DCC}" type="sibTrans" cxnId="{B90B58E6-2D7B-45B5-8B00-BB658F2D8D51}">
      <dgm:prSet/>
      <dgm:spPr/>
      <dgm:t>
        <a:bodyPr/>
        <a:lstStyle/>
        <a:p>
          <a:endParaRPr lang="en-US"/>
        </a:p>
      </dgm:t>
    </dgm:pt>
    <dgm:pt modelId="{712B5DF3-7010-428A-82F5-53CEFCE2638E}">
      <dgm:prSet phldrT="[Text]" phldr="0"/>
      <dgm:spPr/>
      <dgm:t>
        <a:bodyPr/>
        <a:lstStyle/>
        <a:p>
          <a:pPr algn="l"/>
          <a:r>
            <a:rPr lang="en-US" dirty="0"/>
            <a:t>Explore data storage solutions</a:t>
          </a:r>
        </a:p>
      </dgm:t>
    </dgm:pt>
    <dgm:pt modelId="{2E2B2FA8-3928-4910-8CB6-C61D1A92F511}" type="parTrans" cxnId="{5C79888B-051A-44F9-BEE1-47C7B1D0BEF0}">
      <dgm:prSet/>
      <dgm:spPr/>
      <dgm:t>
        <a:bodyPr/>
        <a:lstStyle/>
        <a:p>
          <a:endParaRPr lang="en-US"/>
        </a:p>
      </dgm:t>
    </dgm:pt>
    <dgm:pt modelId="{EBCD1B03-513D-4C6C-90E7-D3284A12F609}" type="sibTrans" cxnId="{5C79888B-051A-44F9-BEE1-47C7B1D0BEF0}">
      <dgm:prSet/>
      <dgm:spPr/>
      <dgm:t>
        <a:bodyPr/>
        <a:lstStyle/>
        <a:p>
          <a:endParaRPr lang="en-US"/>
        </a:p>
      </dgm:t>
    </dgm:pt>
    <dgm:pt modelId="{69CE8C10-1F58-4AEC-8FB6-335B4529C0ED}">
      <dgm:prSet phldrT="[Text]" phldr="0"/>
      <dgm:spPr/>
      <dgm:t>
        <a:bodyPr/>
        <a:lstStyle/>
        <a:p>
          <a:pPr algn="l"/>
          <a:r>
            <a:rPr lang="en-US" dirty="0"/>
            <a:t>Understand data lake-centric design and medallion architecture</a:t>
          </a:r>
        </a:p>
      </dgm:t>
    </dgm:pt>
    <dgm:pt modelId="{E596C08D-061B-487F-A8C2-554D85DB7D58}" type="parTrans" cxnId="{48832CAC-8AF8-4E9A-8F8F-0F7A43C3837D}">
      <dgm:prSet/>
      <dgm:spPr/>
      <dgm:t>
        <a:bodyPr/>
        <a:lstStyle/>
        <a:p>
          <a:endParaRPr lang="en-US"/>
        </a:p>
      </dgm:t>
    </dgm:pt>
    <dgm:pt modelId="{BD80F714-345C-4754-806F-A4C741E74A63}" type="sibTrans" cxnId="{48832CAC-8AF8-4E9A-8F8F-0F7A43C3837D}">
      <dgm:prSet/>
      <dgm:spPr/>
      <dgm:t>
        <a:bodyPr/>
        <a:lstStyle/>
        <a:p>
          <a:endParaRPr lang="en-US"/>
        </a:p>
      </dgm:t>
    </dgm:pt>
    <dgm:pt modelId="{83D5AF02-802D-4C40-B52D-F416E92B55EC}">
      <dgm:prSet phldrT="[Text]" phldr="0"/>
      <dgm:spPr/>
      <dgm:t>
        <a:bodyPr/>
        <a:lstStyle/>
        <a:p>
          <a:pPr algn="ctr"/>
          <a:r>
            <a:rPr lang="en-US" dirty="0"/>
            <a:t>Distributed Computing</a:t>
          </a:r>
        </a:p>
      </dgm:t>
    </dgm:pt>
    <dgm:pt modelId="{71F2349B-828F-4A16-8C52-27CDA4329109}" type="parTrans" cxnId="{F1E882C3-8C89-4214-9754-290AB67360C5}">
      <dgm:prSet/>
      <dgm:spPr/>
      <dgm:t>
        <a:bodyPr/>
        <a:lstStyle/>
        <a:p>
          <a:endParaRPr lang="en-US"/>
        </a:p>
      </dgm:t>
    </dgm:pt>
    <dgm:pt modelId="{852CBFA3-937E-4F01-A1E5-46793ECA39A1}" type="sibTrans" cxnId="{F1E882C3-8C89-4214-9754-290AB67360C5}">
      <dgm:prSet/>
      <dgm:spPr/>
      <dgm:t>
        <a:bodyPr/>
        <a:lstStyle/>
        <a:p>
          <a:endParaRPr lang="en-US"/>
        </a:p>
      </dgm:t>
    </dgm:pt>
    <dgm:pt modelId="{EABA2467-003C-444A-BCFD-6518F779D93A}">
      <dgm:prSet phldrT="[Text]" phldr="0"/>
      <dgm:spPr/>
      <dgm:t>
        <a:bodyPr/>
        <a:lstStyle/>
        <a:p>
          <a:pPr algn="l"/>
          <a:r>
            <a:rPr lang="en-US" dirty="0"/>
            <a:t>Create </a:t>
          </a:r>
          <a:r>
            <a:rPr lang="en-US" dirty="0" err="1"/>
            <a:t>Dockerfiles</a:t>
          </a:r>
          <a:r>
            <a:rPr lang="en-US" dirty="0"/>
            <a:t> and build Docker images</a:t>
          </a:r>
        </a:p>
      </dgm:t>
    </dgm:pt>
    <dgm:pt modelId="{1D9340F1-5880-4F88-B96F-B2B3E90E513C}" type="parTrans" cxnId="{8AB293E2-D550-45A1-97D4-6C77F1C570E6}">
      <dgm:prSet/>
      <dgm:spPr/>
      <dgm:t>
        <a:bodyPr/>
        <a:lstStyle/>
        <a:p>
          <a:endParaRPr lang="en-US"/>
        </a:p>
      </dgm:t>
    </dgm:pt>
    <dgm:pt modelId="{7B175822-9B72-4CCF-9934-2636D69D88D3}" type="sibTrans" cxnId="{8AB293E2-D550-45A1-97D4-6C77F1C570E6}">
      <dgm:prSet/>
      <dgm:spPr/>
      <dgm:t>
        <a:bodyPr/>
        <a:lstStyle/>
        <a:p>
          <a:endParaRPr lang="en-US"/>
        </a:p>
      </dgm:t>
    </dgm:pt>
    <dgm:pt modelId="{CEE8FF8B-D357-4DEB-80BC-B94B691DAB5E}">
      <dgm:prSet phldrT="[Text]" phldr="0"/>
      <dgm:spPr/>
      <dgm:t>
        <a:bodyPr/>
        <a:lstStyle/>
        <a:p>
          <a:pPr algn="l"/>
          <a:r>
            <a:rPr lang="en-US" dirty="0"/>
            <a:t>Push and pull from container registries</a:t>
          </a:r>
        </a:p>
      </dgm:t>
    </dgm:pt>
    <dgm:pt modelId="{7970E5C9-246A-46E3-B429-209777172924}" type="parTrans" cxnId="{D7E97EBF-D8A5-46CB-B290-1FF1BE6A31D2}">
      <dgm:prSet/>
      <dgm:spPr/>
      <dgm:t>
        <a:bodyPr/>
        <a:lstStyle/>
        <a:p>
          <a:endParaRPr lang="en-US"/>
        </a:p>
      </dgm:t>
    </dgm:pt>
    <dgm:pt modelId="{9D43CB03-CA37-43EA-8AFA-580877FABC06}" type="sibTrans" cxnId="{D7E97EBF-D8A5-46CB-B290-1FF1BE6A31D2}">
      <dgm:prSet/>
      <dgm:spPr/>
      <dgm:t>
        <a:bodyPr/>
        <a:lstStyle/>
        <a:p>
          <a:endParaRPr lang="en-US"/>
        </a:p>
      </dgm:t>
    </dgm:pt>
    <dgm:pt modelId="{5B5872FC-66BA-456D-A6C3-1915186C774A}">
      <dgm:prSet phldrT="[Text]" phldr="0"/>
      <dgm:spPr/>
      <dgm:t>
        <a:bodyPr/>
        <a:lstStyle/>
        <a:p>
          <a:pPr algn="ctr"/>
          <a:r>
            <a:rPr lang="en-US" dirty="0"/>
            <a:t>Machine Learning / AI</a:t>
          </a:r>
        </a:p>
      </dgm:t>
    </dgm:pt>
    <dgm:pt modelId="{25B4FE7A-A9C4-4A5E-B22A-D5D61593B665}" type="parTrans" cxnId="{B0DE3FC2-F418-410F-B2E2-9462E76858F6}">
      <dgm:prSet/>
      <dgm:spPr/>
      <dgm:t>
        <a:bodyPr/>
        <a:lstStyle/>
        <a:p>
          <a:endParaRPr lang="en-US"/>
        </a:p>
      </dgm:t>
    </dgm:pt>
    <dgm:pt modelId="{F535EF59-3D32-4480-AB04-451BE2BA6DFC}" type="sibTrans" cxnId="{B0DE3FC2-F418-410F-B2E2-9462E76858F6}">
      <dgm:prSet/>
      <dgm:spPr/>
      <dgm:t>
        <a:bodyPr/>
        <a:lstStyle/>
        <a:p>
          <a:endParaRPr lang="en-US"/>
        </a:p>
      </dgm:t>
    </dgm:pt>
    <dgm:pt modelId="{8E936134-201D-476E-B86A-8E4D59612B94}">
      <dgm:prSet phldrT="[Text]" phldr="0"/>
      <dgm:spPr/>
      <dgm:t>
        <a:bodyPr/>
        <a:lstStyle/>
        <a:p>
          <a:pPr algn="ctr"/>
          <a:r>
            <a:rPr lang="en-US" dirty="0"/>
            <a:t>DevOps, Security, etc.</a:t>
          </a:r>
        </a:p>
      </dgm:t>
    </dgm:pt>
    <dgm:pt modelId="{C8E203FE-C48B-42B2-B0FA-8D3BBFE03A78}" type="parTrans" cxnId="{9F04AEFC-D642-47C2-BE5A-F260D96E4AB4}">
      <dgm:prSet/>
      <dgm:spPr/>
      <dgm:t>
        <a:bodyPr/>
        <a:lstStyle/>
        <a:p>
          <a:endParaRPr lang="en-US"/>
        </a:p>
      </dgm:t>
    </dgm:pt>
    <dgm:pt modelId="{04912C30-D5BB-4F5F-9D7F-6FE6F038623F}" type="sibTrans" cxnId="{9F04AEFC-D642-47C2-BE5A-F260D96E4AB4}">
      <dgm:prSet/>
      <dgm:spPr/>
      <dgm:t>
        <a:bodyPr/>
        <a:lstStyle/>
        <a:p>
          <a:endParaRPr lang="en-US"/>
        </a:p>
      </dgm:t>
    </dgm:pt>
    <dgm:pt modelId="{B3D3CC84-56C4-4D17-B838-431658CC3ACC}">
      <dgm:prSet phldrT="[Text]" phldr="0"/>
      <dgm:spPr/>
      <dgm:t>
        <a:bodyPr/>
        <a:lstStyle/>
        <a:p>
          <a:pPr algn="l"/>
          <a:r>
            <a:rPr lang="en-US" dirty="0"/>
            <a:t>Use Terraform to design and deploy Infrastructure as Code</a:t>
          </a:r>
        </a:p>
      </dgm:t>
    </dgm:pt>
    <dgm:pt modelId="{E809BAAC-9C57-42CD-8DA6-13E0244A5755}" type="parTrans" cxnId="{754262CE-E820-41FD-9082-F93843EE52D8}">
      <dgm:prSet/>
      <dgm:spPr/>
      <dgm:t>
        <a:bodyPr/>
        <a:lstStyle/>
        <a:p>
          <a:endParaRPr lang="en-US"/>
        </a:p>
      </dgm:t>
    </dgm:pt>
    <dgm:pt modelId="{D7162FAC-ED2A-4713-A257-CDC9ABEC840E}" type="sibTrans" cxnId="{754262CE-E820-41FD-9082-F93843EE52D8}">
      <dgm:prSet/>
      <dgm:spPr/>
      <dgm:t>
        <a:bodyPr/>
        <a:lstStyle/>
        <a:p>
          <a:endParaRPr lang="en-US"/>
        </a:p>
      </dgm:t>
    </dgm:pt>
    <dgm:pt modelId="{254E1A88-57B1-4E74-8EBE-15ABF9D88055}">
      <dgm:prSet phldrT="[Text]" phldr="0"/>
      <dgm:spPr/>
      <dgm:t>
        <a:bodyPr/>
        <a:lstStyle/>
        <a:p>
          <a:pPr algn="l"/>
          <a:r>
            <a:rPr lang="en-US" dirty="0"/>
            <a:t>Understand cloud security and compliance options and tools</a:t>
          </a:r>
        </a:p>
      </dgm:t>
    </dgm:pt>
    <dgm:pt modelId="{D0DCB45D-5079-48EC-8514-387E8BD00F48}" type="parTrans" cxnId="{62C47CFC-ABDA-4F70-BB5A-451816E2F7FB}">
      <dgm:prSet/>
      <dgm:spPr/>
      <dgm:t>
        <a:bodyPr/>
        <a:lstStyle/>
        <a:p>
          <a:endParaRPr lang="en-US"/>
        </a:p>
      </dgm:t>
    </dgm:pt>
    <dgm:pt modelId="{D04BFCAD-2967-41E6-88A9-3966F5E84E1D}" type="sibTrans" cxnId="{62C47CFC-ABDA-4F70-BB5A-451816E2F7FB}">
      <dgm:prSet/>
      <dgm:spPr/>
      <dgm:t>
        <a:bodyPr/>
        <a:lstStyle/>
        <a:p>
          <a:endParaRPr lang="en-US"/>
        </a:p>
      </dgm:t>
    </dgm:pt>
    <dgm:pt modelId="{F5B1A2F4-CDBF-4D24-8E4B-355AA33D4AF5}">
      <dgm:prSet phldrT="[Text]" phldr="0"/>
      <dgm:spPr/>
      <dgm:t>
        <a:bodyPr/>
        <a:lstStyle/>
        <a:p>
          <a:pPr algn="l"/>
          <a:r>
            <a:rPr lang="en-US" dirty="0"/>
            <a:t>Azure Storage</a:t>
          </a:r>
        </a:p>
      </dgm:t>
    </dgm:pt>
    <dgm:pt modelId="{AD8271E6-71BF-4C62-B6AD-34FF94D48F98}" type="parTrans" cxnId="{E4212F37-431E-4488-A111-DE3E4FB60D53}">
      <dgm:prSet/>
      <dgm:spPr/>
      <dgm:t>
        <a:bodyPr/>
        <a:lstStyle/>
        <a:p>
          <a:endParaRPr lang="en-US"/>
        </a:p>
      </dgm:t>
    </dgm:pt>
    <dgm:pt modelId="{876DE428-4762-43BA-A757-7C648CC16C3C}" type="sibTrans" cxnId="{E4212F37-431E-4488-A111-DE3E4FB60D53}">
      <dgm:prSet/>
      <dgm:spPr/>
      <dgm:t>
        <a:bodyPr/>
        <a:lstStyle/>
        <a:p>
          <a:endParaRPr lang="en-US"/>
        </a:p>
      </dgm:t>
    </dgm:pt>
    <dgm:pt modelId="{2592CA12-BBA7-45D6-920C-A7EF7F09CB5C}">
      <dgm:prSet phldrT="[Text]" phldr="0"/>
      <dgm:spPr/>
      <dgm:t>
        <a:bodyPr/>
        <a:lstStyle/>
        <a:p>
          <a:pPr algn="l"/>
          <a:r>
            <a:rPr lang="en-US" dirty="0"/>
            <a:t>Create basic architecture diagrams</a:t>
          </a:r>
        </a:p>
      </dgm:t>
    </dgm:pt>
    <dgm:pt modelId="{0CBCBABA-7F5A-436B-8E4D-949341975C9A}" type="parTrans" cxnId="{462604C9-B92E-4D1A-8783-3F23831B63D4}">
      <dgm:prSet/>
      <dgm:spPr/>
      <dgm:t>
        <a:bodyPr/>
        <a:lstStyle/>
        <a:p>
          <a:endParaRPr lang="en-US"/>
        </a:p>
      </dgm:t>
    </dgm:pt>
    <dgm:pt modelId="{2F24B2D2-31E9-4819-BECE-6E9D5925E044}" type="sibTrans" cxnId="{462604C9-B92E-4D1A-8783-3F23831B63D4}">
      <dgm:prSet/>
      <dgm:spPr/>
      <dgm:t>
        <a:bodyPr/>
        <a:lstStyle/>
        <a:p>
          <a:endParaRPr lang="en-US"/>
        </a:p>
      </dgm:t>
    </dgm:pt>
    <dgm:pt modelId="{AD65C654-A63F-4FF4-AAF3-5B7FB128007C}">
      <dgm:prSet phldrT="[Text]" phldr="0"/>
      <dgm:spPr/>
      <dgm:t>
        <a:bodyPr/>
        <a:lstStyle/>
        <a:p>
          <a:pPr algn="l"/>
          <a:r>
            <a:rPr lang="en-US"/>
            <a:t>RBAC / ACLs</a:t>
          </a:r>
          <a:endParaRPr lang="en-US" dirty="0"/>
        </a:p>
      </dgm:t>
    </dgm:pt>
    <dgm:pt modelId="{F549335F-EA69-4D54-970F-12442CE63682}" type="parTrans" cxnId="{57340465-7BCE-43EB-B6DB-435170C23804}">
      <dgm:prSet/>
      <dgm:spPr/>
      <dgm:t>
        <a:bodyPr/>
        <a:lstStyle/>
        <a:p>
          <a:endParaRPr lang="en-US"/>
        </a:p>
      </dgm:t>
    </dgm:pt>
    <dgm:pt modelId="{CC493BA9-FDB1-4B9B-B583-34336848F701}" type="sibTrans" cxnId="{57340465-7BCE-43EB-B6DB-435170C23804}">
      <dgm:prSet/>
      <dgm:spPr/>
      <dgm:t>
        <a:bodyPr/>
        <a:lstStyle/>
        <a:p>
          <a:endParaRPr lang="en-US"/>
        </a:p>
      </dgm:t>
    </dgm:pt>
    <dgm:pt modelId="{F3EBB9B1-9F15-41E0-B8B6-D25F43C02F21}">
      <dgm:prSet phldrT="[Text]" phldr="0"/>
      <dgm:spPr/>
      <dgm:t>
        <a:bodyPr/>
        <a:lstStyle/>
        <a:p>
          <a:pPr algn="l"/>
          <a:r>
            <a:rPr lang="en-US" dirty="0"/>
            <a:t>Azure Defender + Azure Blueprints</a:t>
          </a:r>
        </a:p>
      </dgm:t>
    </dgm:pt>
    <dgm:pt modelId="{DA13E1D8-7B9F-4966-BCF8-B6B5DC547ECF}" type="parTrans" cxnId="{DB3FD232-4AC9-49FF-A675-ED15B1EE8C12}">
      <dgm:prSet/>
      <dgm:spPr/>
      <dgm:t>
        <a:bodyPr/>
        <a:lstStyle/>
        <a:p>
          <a:endParaRPr lang="en-US"/>
        </a:p>
      </dgm:t>
    </dgm:pt>
    <dgm:pt modelId="{AA4D0C8E-61D2-49EA-834D-3A0E49189B8A}" type="sibTrans" cxnId="{DB3FD232-4AC9-49FF-A675-ED15B1EE8C12}">
      <dgm:prSet/>
      <dgm:spPr/>
      <dgm:t>
        <a:bodyPr/>
        <a:lstStyle/>
        <a:p>
          <a:endParaRPr lang="en-US"/>
        </a:p>
      </dgm:t>
    </dgm:pt>
    <dgm:pt modelId="{A4FA2BA0-D1CC-4610-A4DE-075BB7101994}">
      <dgm:prSet phldrT="[Text]" phldr="0"/>
      <dgm:spPr/>
      <dgm:t>
        <a:bodyPr/>
        <a:lstStyle/>
        <a:p>
          <a:pPr algn="l"/>
          <a:r>
            <a:rPr lang="en-US" dirty="0"/>
            <a:t>Azure SQL Databases</a:t>
          </a:r>
        </a:p>
      </dgm:t>
    </dgm:pt>
    <dgm:pt modelId="{BC0C71D7-687B-43F1-B5AD-F52B08973FBC}" type="parTrans" cxnId="{F2962882-40A9-4866-9B90-4C676644DA71}">
      <dgm:prSet/>
      <dgm:spPr/>
      <dgm:t>
        <a:bodyPr/>
        <a:lstStyle/>
        <a:p>
          <a:endParaRPr lang="en-US"/>
        </a:p>
      </dgm:t>
    </dgm:pt>
    <dgm:pt modelId="{5266977A-69FD-4254-8911-A7782812431A}" type="sibTrans" cxnId="{F2962882-40A9-4866-9B90-4C676644DA71}">
      <dgm:prSet/>
      <dgm:spPr/>
      <dgm:t>
        <a:bodyPr/>
        <a:lstStyle/>
        <a:p>
          <a:endParaRPr lang="en-US"/>
        </a:p>
      </dgm:t>
    </dgm:pt>
    <dgm:pt modelId="{AA628E68-9562-44D9-AC50-7077675A5CB5}">
      <dgm:prSet phldrT="[Text]" phldr="0"/>
      <dgm:spPr/>
      <dgm:t>
        <a:bodyPr/>
        <a:lstStyle/>
        <a:p>
          <a:pPr algn="l"/>
          <a:r>
            <a:rPr lang="en-US" dirty="0"/>
            <a:t>Data Warehouses (Azure Synapse)</a:t>
          </a:r>
        </a:p>
      </dgm:t>
    </dgm:pt>
    <dgm:pt modelId="{5743469F-4AAC-41FC-9E9B-CD68922CC1E7}" type="parTrans" cxnId="{B5398837-FA8B-48A2-BA6B-D2038D48A869}">
      <dgm:prSet/>
      <dgm:spPr/>
      <dgm:t>
        <a:bodyPr/>
        <a:lstStyle/>
        <a:p>
          <a:endParaRPr lang="en-US"/>
        </a:p>
      </dgm:t>
    </dgm:pt>
    <dgm:pt modelId="{D8784947-5354-4249-B697-0BC4D6ACFACE}" type="sibTrans" cxnId="{B5398837-FA8B-48A2-BA6B-D2038D48A869}">
      <dgm:prSet/>
      <dgm:spPr/>
      <dgm:t>
        <a:bodyPr/>
        <a:lstStyle/>
        <a:p>
          <a:endParaRPr lang="en-US"/>
        </a:p>
      </dgm:t>
    </dgm:pt>
    <dgm:pt modelId="{DC0F8EDF-9F15-4F75-A641-0FF7125CFFEF}">
      <dgm:prSet phldrT="[Text]" phldr="0"/>
      <dgm:spPr/>
      <dgm:t>
        <a:bodyPr/>
        <a:lstStyle/>
        <a:p>
          <a:pPr algn="l"/>
          <a:r>
            <a:rPr lang="en-US" dirty="0"/>
            <a:t>Create data pipelines to get data into the cloud</a:t>
          </a:r>
        </a:p>
      </dgm:t>
    </dgm:pt>
    <dgm:pt modelId="{F0DD10F4-E874-4DA6-9FF3-8EB742BF846D}" type="parTrans" cxnId="{4A9F14AF-BF3F-49F1-A459-C6A4651E2CFC}">
      <dgm:prSet/>
      <dgm:spPr/>
      <dgm:t>
        <a:bodyPr/>
        <a:lstStyle/>
        <a:p>
          <a:endParaRPr lang="en-US"/>
        </a:p>
      </dgm:t>
    </dgm:pt>
    <dgm:pt modelId="{8FBE2570-9E1D-4D2B-8FB3-4769645992D8}" type="sibTrans" cxnId="{4A9F14AF-BF3F-49F1-A459-C6A4651E2CFC}">
      <dgm:prSet/>
      <dgm:spPr/>
      <dgm:t>
        <a:bodyPr/>
        <a:lstStyle/>
        <a:p>
          <a:endParaRPr lang="en-US"/>
        </a:p>
      </dgm:t>
    </dgm:pt>
    <dgm:pt modelId="{243D106C-3D27-4BF0-932E-8D4BFCB18E07}">
      <dgm:prSet phldrT="[Text]" phldr="0"/>
      <dgm:spPr/>
      <dgm:t>
        <a:bodyPr/>
        <a:lstStyle/>
        <a:p>
          <a:pPr algn="l"/>
          <a:r>
            <a:rPr lang="en-US" dirty="0"/>
            <a:t>Azure Data Factory</a:t>
          </a:r>
        </a:p>
      </dgm:t>
    </dgm:pt>
    <dgm:pt modelId="{4101219A-B063-458D-864E-A387B5E14D91}" type="parTrans" cxnId="{87F3E890-7C9D-49C1-BDF2-32CFB18122B4}">
      <dgm:prSet/>
      <dgm:spPr/>
      <dgm:t>
        <a:bodyPr/>
        <a:lstStyle/>
        <a:p>
          <a:endParaRPr lang="en-US"/>
        </a:p>
      </dgm:t>
    </dgm:pt>
    <dgm:pt modelId="{2311BB31-481A-4768-8425-7D9500496BD2}" type="sibTrans" cxnId="{87F3E890-7C9D-49C1-BDF2-32CFB18122B4}">
      <dgm:prSet/>
      <dgm:spPr/>
      <dgm:t>
        <a:bodyPr/>
        <a:lstStyle/>
        <a:p>
          <a:endParaRPr lang="en-US"/>
        </a:p>
      </dgm:t>
    </dgm:pt>
    <dgm:pt modelId="{0BD3F884-BEAE-4A60-802E-1ACA0912B203}">
      <dgm:prSet phldrT="[Text]" phldr="0"/>
      <dgm:spPr/>
      <dgm:t>
        <a:bodyPr/>
        <a:lstStyle/>
        <a:p>
          <a:pPr algn="l"/>
          <a:r>
            <a:rPr lang="en-US" dirty="0"/>
            <a:t>Azure Storage SDK</a:t>
          </a:r>
        </a:p>
      </dgm:t>
    </dgm:pt>
    <dgm:pt modelId="{34C46368-AF97-4F3A-86DE-BFF4F469D49F}" type="parTrans" cxnId="{4BC1E0C8-30DE-49E1-A162-523EB1B2043A}">
      <dgm:prSet/>
      <dgm:spPr/>
      <dgm:t>
        <a:bodyPr/>
        <a:lstStyle/>
        <a:p>
          <a:endParaRPr lang="en-US"/>
        </a:p>
      </dgm:t>
    </dgm:pt>
    <dgm:pt modelId="{8EE198A8-0CBB-4B67-8840-71EB72E513A6}" type="sibTrans" cxnId="{4BC1E0C8-30DE-49E1-A162-523EB1B2043A}">
      <dgm:prSet/>
      <dgm:spPr/>
      <dgm:t>
        <a:bodyPr/>
        <a:lstStyle/>
        <a:p>
          <a:endParaRPr lang="en-US"/>
        </a:p>
      </dgm:t>
    </dgm:pt>
    <dgm:pt modelId="{A8F1CCC8-3C0D-45FB-B6F8-5A1C2ECD9D78}">
      <dgm:prSet phldrT="[Text]" phldr="0"/>
      <dgm:spPr/>
      <dgm:t>
        <a:bodyPr/>
        <a:lstStyle/>
        <a:p>
          <a:pPr algn="l"/>
          <a:r>
            <a:rPr lang="en-US" dirty="0"/>
            <a:t>Use GitHub Actions to orchestrate architecture deployment</a:t>
          </a:r>
        </a:p>
      </dgm:t>
    </dgm:pt>
    <dgm:pt modelId="{F19D1AE3-B801-428C-8EA3-95E9D6F684B2}" type="parTrans" cxnId="{C04531B5-5573-4A52-A674-5F737CFE4C83}">
      <dgm:prSet/>
      <dgm:spPr/>
      <dgm:t>
        <a:bodyPr/>
        <a:lstStyle/>
        <a:p>
          <a:endParaRPr lang="en-US"/>
        </a:p>
      </dgm:t>
    </dgm:pt>
    <dgm:pt modelId="{6267DF06-8F65-426C-A342-F0594D7334AC}" type="sibTrans" cxnId="{C04531B5-5573-4A52-A674-5F737CFE4C83}">
      <dgm:prSet/>
      <dgm:spPr/>
      <dgm:t>
        <a:bodyPr/>
        <a:lstStyle/>
        <a:p>
          <a:endParaRPr lang="en-US"/>
        </a:p>
      </dgm:t>
    </dgm:pt>
    <dgm:pt modelId="{AA80B9C1-2179-4A62-ACC4-9F5EA694B70B}">
      <dgm:prSet phldrT="[Text]" phldr="0"/>
      <dgm:spPr/>
      <dgm:t>
        <a:bodyPr/>
        <a:lstStyle/>
        <a:p>
          <a:pPr algn="l"/>
          <a:r>
            <a:rPr lang="en-US" dirty="0"/>
            <a:t>Orchestrate containers in Kubernetes</a:t>
          </a:r>
        </a:p>
      </dgm:t>
    </dgm:pt>
    <dgm:pt modelId="{D7BB243A-5775-4CF6-9053-822C5E5441DB}" type="parTrans" cxnId="{EAD49904-EF65-4129-A7E9-1EFCB007FCB4}">
      <dgm:prSet/>
      <dgm:spPr/>
      <dgm:t>
        <a:bodyPr/>
        <a:lstStyle/>
        <a:p>
          <a:endParaRPr lang="en-US"/>
        </a:p>
      </dgm:t>
    </dgm:pt>
    <dgm:pt modelId="{0439C7DD-2EE9-4F6E-965F-E205D7F7AD5E}" type="sibTrans" cxnId="{EAD49904-EF65-4129-A7E9-1EFCB007FCB4}">
      <dgm:prSet/>
      <dgm:spPr/>
      <dgm:t>
        <a:bodyPr/>
        <a:lstStyle/>
        <a:p>
          <a:endParaRPr lang="en-US"/>
        </a:p>
      </dgm:t>
    </dgm:pt>
    <dgm:pt modelId="{D511AE60-EC9B-4D13-A15F-A48CD7F0FFCF}">
      <dgm:prSet phldrT="[Text]" phldr="0"/>
      <dgm:spPr/>
      <dgm:t>
        <a:bodyPr/>
        <a:lstStyle/>
        <a:p>
          <a:pPr algn="l"/>
          <a:r>
            <a:rPr lang="en-US" dirty="0"/>
            <a:t>Utilize Apache Spark for distributed data preparation and ML</a:t>
          </a:r>
        </a:p>
      </dgm:t>
    </dgm:pt>
    <dgm:pt modelId="{BBFF67C1-9C26-4215-A2AB-F4853EBCA7BF}" type="parTrans" cxnId="{00E1A92F-EEDD-4645-A686-09BA9B4EF52F}">
      <dgm:prSet/>
      <dgm:spPr/>
      <dgm:t>
        <a:bodyPr/>
        <a:lstStyle/>
        <a:p>
          <a:endParaRPr lang="en-US"/>
        </a:p>
      </dgm:t>
    </dgm:pt>
    <dgm:pt modelId="{4760492D-3F05-4899-9936-DC3BAA44E767}" type="sibTrans" cxnId="{00E1A92F-EEDD-4645-A686-09BA9B4EF52F}">
      <dgm:prSet/>
      <dgm:spPr/>
      <dgm:t>
        <a:bodyPr/>
        <a:lstStyle/>
        <a:p>
          <a:endParaRPr lang="en-US"/>
        </a:p>
      </dgm:t>
    </dgm:pt>
    <dgm:pt modelId="{B296EA44-76A4-4C01-B27D-F6437D60CD34}">
      <dgm:prSet phldrT="[Text]" phldr="0"/>
      <dgm:spPr/>
      <dgm:t>
        <a:bodyPr/>
        <a:lstStyle/>
        <a:p>
          <a:pPr algn="l"/>
          <a:r>
            <a:rPr lang="en-US" dirty="0"/>
            <a:t>Databricks (Spark SQL + </a:t>
          </a:r>
          <a:r>
            <a:rPr lang="en-US" dirty="0" err="1"/>
            <a:t>MLlib</a:t>
          </a:r>
          <a:r>
            <a:rPr lang="en-US" dirty="0"/>
            <a:t>)</a:t>
          </a:r>
        </a:p>
      </dgm:t>
    </dgm:pt>
    <dgm:pt modelId="{F40A0CB5-634B-4E26-B196-AC32BBF8E9C3}" type="parTrans" cxnId="{19CD79C0-5969-43D5-8D2A-A58ECA4DAB5B}">
      <dgm:prSet/>
      <dgm:spPr/>
      <dgm:t>
        <a:bodyPr/>
        <a:lstStyle/>
        <a:p>
          <a:endParaRPr lang="en-US"/>
        </a:p>
      </dgm:t>
    </dgm:pt>
    <dgm:pt modelId="{848BA754-CF0B-4006-A70D-8D22CA7F190E}" type="sibTrans" cxnId="{19CD79C0-5969-43D5-8D2A-A58ECA4DAB5B}">
      <dgm:prSet/>
      <dgm:spPr/>
      <dgm:t>
        <a:bodyPr/>
        <a:lstStyle/>
        <a:p>
          <a:endParaRPr lang="en-US"/>
        </a:p>
      </dgm:t>
    </dgm:pt>
    <dgm:pt modelId="{4220455F-CF1C-4436-A9B6-D518B15DEF85}">
      <dgm:prSet phldrT="[Text]" phldr="0"/>
      <dgm:spPr/>
      <dgm:t>
        <a:bodyPr/>
        <a:lstStyle/>
        <a:p>
          <a:pPr algn="l"/>
          <a:r>
            <a:rPr lang="en-US" dirty="0"/>
            <a:t>Azure Container Registry</a:t>
          </a:r>
        </a:p>
      </dgm:t>
    </dgm:pt>
    <dgm:pt modelId="{55A61E59-3711-4470-BE75-90F3E1DE062A}" type="parTrans" cxnId="{6914655C-6F88-4F44-A604-30DED5FB61C6}">
      <dgm:prSet/>
      <dgm:spPr/>
      <dgm:t>
        <a:bodyPr/>
        <a:lstStyle/>
        <a:p>
          <a:endParaRPr lang="en-US"/>
        </a:p>
      </dgm:t>
    </dgm:pt>
    <dgm:pt modelId="{55F3672B-8797-4CE5-8735-0280F532931F}" type="sibTrans" cxnId="{6914655C-6F88-4F44-A604-30DED5FB61C6}">
      <dgm:prSet/>
      <dgm:spPr/>
      <dgm:t>
        <a:bodyPr/>
        <a:lstStyle/>
        <a:p>
          <a:endParaRPr lang="en-US"/>
        </a:p>
      </dgm:t>
    </dgm:pt>
    <dgm:pt modelId="{11BD6291-F9A3-4DDE-8967-C13F0D15AA80}">
      <dgm:prSet phldrT="[Text]" phldr="0"/>
      <dgm:spPr/>
      <dgm:t>
        <a:bodyPr/>
        <a:lstStyle/>
        <a:p>
          <a:pPr algn="l"/>
          <a:r>
            <a:rPr lang="en-US" dirty="0"/>
            <a:t>Azure Kubernetes Service (+ </a:t>
          </a:r>
          <a:r>
            <a:rPr lang="en-US" dirty="0" err="1"/>
            <a:t>kubectl</a:t>
          </a:r>
          <a:r>
            <a:rPr lang="en-US" dirty="0"/>
            <a:t>)</a:t>
          </a:r>
        </a:p>
      </dgm:t>
    </dgm:pt>
    <dgm:pt modelId="{557303EC-EE34-4466-B2BD-77132CA674DD}" type="parTrans" cxnId="{B0E6AC86-728B-4984-9299-92ED2040777D}">
      <dgm:prSet/>
      <dgm:spPr/>
      <dgm:t>
        <a:bodyPr/>
        <a:lstStyle/>
        <a:p>
          <a:endParaRPr lang="en-US"/>
        </a:p>
      </dgm:t>
    </dgm:pt>
    <dgm:pt modelId="{2FE499EE-DB38-4917-A3F8-5090062AC442}" type="sibTrans" cxnId="{B0E6AC86-728B-4984-9299-92ED2040777D}">
      <dgm:prSet/>
      <dgm:spPr/>
      <dgm:t>
        <a:bodyPr/>
        <a:lstStyle/>
        <a:p>
          <a:endParaRPr lang="en-US"/>
        </a:p>
      </dgm:t>
    </dgm:pt>
    <dgm:pt modelId="{FEEF5CE5-3347-471D-91D1-01A9768C7114}">
      <dgm:prSet phldrT="[Text]" phldr="0"/>
      <dgm:spPr/>
      <dgm:t>
        <a:bodyPr/>
        <a:lstStyle/>
        <a:p>
          <a:pPr algn="l"/>
          <a:r>
            <a:rPr lang="en-US" dirty="0"/>
            <a:t>Docker Hub</a:t>
          </a:r>
        </a:p>
      </dgm:t>
    </dgm:pt>
    <dgm:pt modelId="{7C42BD95-9B4E-4F14-B0A5-3A546ACDEBCF}" type="parTrans" cxnId="{6790E2BB-D51A-4DE1-882E-69C0C0DA63FF}">
      <dgm:prSet/>
      <dgm:spPr/>
      <dgm:t>
        <a:bodyPr/>
        <a:lstStyle/>
        <a:p>
          <a:endParaRPr lang="en-US"/>
        </a:p>
      </dgm:t>
    </dgm:pt>
    <dgm:pt modelId="{29B5D41D-0D3E-4AC0-96D6-35B8E1AE42C5}" type="sibTrans" cxnId="{6790E2BB-D51A-4DE1-882E-69C0C0DA63FF}">
      <dgm:prSet/>
      <dgm:spPr/>
      <dgm:t>
        <a:bodyPr/>
        <a:lstStyle/>
        <a:p>
          <a:endParaRPr lang="en-US"/>
        </a:p>
      </dgm:t>
    </dgm:pt>
    <dgm:pt modelId="{2BB8BC78-CA02-4157-A9EC-98E98863C0E3}">
      <dgm:prSet phldrT="[Text]" phldr="0"/>
      <dgm:spPr/>
      <dgm:t>
        <a:bodyPr/>
        <a:lstStyle/>
        <a:p>
          <a:pPr algn="l"/>
          <a:r>
            <a:rPr lang="en-US" dirty="0"/>
            <a:t>Understand the cloud ML life cycle for model management</a:t>
          </a:r>
        </a:p>
      </dgm:t>
    </dgm:pt>
    <dgm:pt modelId="{12FCE6E5-CACF-428F-A698-6951B0972874}" type="parTrans" cxnId="{4BE49B95-BC1F-46B8-A6EA-38E3E2FFB8F3}">
      <dgm:prSet/>
      <dgm:spPr/>
      <dgm:t>
        <a:bodyPr/>
        <a:lstStyle/>
        <a:p>
          <a:endParaRPr lang="en-US"/>
        </a:p>
      </dgm:t>
    </dgm:pt>
    <dgm:pt modelId="{499FB6C9-6607-453F-BCFC-0E8E350F6AD2}" type="sibTrans" cxnId="{4BE49B95-BC1F-46B8-A6EA-38E3E2FFB8F3}">
      <dgm:prSet/>
      <dgm:spPr/>
      <dgm:t>
        <a:bodyPr/>
        <a:lstStyle/>
        <a:p>
          <a:endParaRPr lang="en-US"/>
        </a:p>
      </dgm:t>
    </dgm:pt>
    <dgm:pt modelId="{6C0F5E92-0368-4229-A8DD-BBE98CD27283}">
      <dgm:prSet phldrT="[Text]" phldr="0"/>
      <dgm:spPr/>
      <dgm:t>
        <a:bodyPr/>
        <a:lstStyle/>
        <a:p>
          <a:pPr algn="l"/>
          <a:r>
            <a:rPr lang="en-US" dirty="0"/>
            <a:t>Use </a:t>
          </a:r>
          <a:r>
            <a:rPr lang="en-US" dirty="0" err="1"/>
            <a:t>AutoML</a:t>
          </a:r>
          <a:r>
            <a:rPr lang="en-US" dirty="0"/>
            <a:t> to train multiple models</a:t>
          </a:r>
        </a:p>
      </dgm:t>
    </dgm:pt>
    <dgm:pt modelId="{A300B6AD-64D3-4F99-8464-63EBCC1645B0}" type="parTrans" cxnId="{697CC10D-AA9E-4BF8-BD8F-E6D31C8E8F75}">
      <dgm:prSet/>
      <dgm:spPr/>
      <dgm:t>
        <a:bodyPr/>
        <a:lstStyle/>
        <a:p>
          <a:endParaRPr lang="en-US"/>
        </a:p>
      </dgm:t>
    </dgm:pt>
    <dgm:pt modelId="{B0D8A55B-F586-4199-B733-B682B852EEEA}" type="sibTrans" cxnId="{697CC10D-AA9E-4BF8-BD8F-E6D31C8E8F75}">
      <dgm:prSet/>
      <dgm:spPr/>
      <dgm:t>
        <a:bodyPr/>
        <a:lstStyle/>
        <a:p>
          <a:endParaRPr lang="en-US"/>
        </a:p>
      </dgm:t>
    </dgm:pt>
    <dgm:pt modelId="{D0B7C232-4EE8-45BD-9762-748ACDBB1286}">
      <dgm:prSet phldrT="[Text]" phldr="0"/>
      <dgm:spPr/>
      <dgm:t>
        <a:bodyPr/>
        <a:lstStyle/>
        <a:p>
          <a:pPr algn="l"/>
          <a:r>
            <a:rPr lang="en-US" dirty="0"/>
            <a:t>Deploy a model as a real-time API endpoint</a:t>
          </a:r>
        </a:p>
      </dgm:t>
    </dgm:pt>
    <dgm:pt modelId="{A62BC256-C77D-4D1E-9F14-AD7517EE3DD1}" type="parTrans" cxnId="{CF5AD5BD-BFDD-4F52-ACC6-D37EFC5FB32A}">
      <dgm:prSet/>
      <dgm:spPr/>
      <dgm:t>
        <a:bodyPr/>
        <a:lstStyle/>
        <a:p>
          <a:endParaRPr lang="en-US"/>
        </a:p>
      </dgm:t>
    </dgm:pt>
    <dgm:pt modelId="{FF33D16E-F3F8-4F71-8D07-8911A8028C08}" type="sibTrans" cxnId="{CF5AD5BD-BFDD-4F52-ACC6-D37EFC5FB32A}">
      <dgm:prSet/>
      <dgm:spPr/>
      <dgm:t>
        <a:bodyPr/>
        <a:lstStyle/>
        <a:p>
          <a:endParaRPr lang="en-US"/>
        </a:p>
      </dgm:t>
    </dgm:pt>
    <dgm:pt modelId="{0D17077E-036C-422D-84FB-8AA137184298}">
      <dgm:prSet phldrT="[Text]" phldr="0"/>
      <dgm:spPr/>
      <dgm:t>
        <a:bodyPr/>
        <a:lstStyle/>
        <a:p>
          <a:pPr algn="l"/>
          <a:r>
            <a:rPr lang="en-US" dirty="0"/>
            <a:t>Azure ML Studio (+ SDK)</a:t>
          </a:r>
        </a:p>
      </dgm:t>
    </dgm:pt>
    <dgm:pt modelId="{0A58FAAB-4856-4073-A104-0F412D002172}" type="parTrans" cxnId="{1F2A4655-A1EE-4302-BA16-5BA8B7A697AB}">
      <dgm:prSet/>
      <dgm:spPr/>
      <dgm:t>
        <a:bodyPr/>
        <a:lstStyle/>
        <a:p>
          <a:endParaRPr lang="en-US"/>
        </a:p>
      </dgm:t>
    </dgm:pt>
    <dgm:pt modelId="{4C44C628-C58E-442A-B738-309474E86D7E}" type="sibTrans" cxnId="{1F2A4655-A1EE-4302-BA16-5BA8B7A697AB}">
      <dgm:prSet/>
      <dgm:spPr/>
      <dgm:t>
        <a:bodyPr/>
        <a:lstStyle/>
        <a:p>
          <a:endParaRPr lang="en-US"/>
        </a:p>
      </dgm:t>
    </dgm:pt>
    <dgm:pt modelId="{0ED2EF8A-A277-4AE6-94F5-0C0C230E79A1}">
      <dgm:prSet phldrT="[Text]" phldr="0"/>
      <dgm:spPr/>
      <dgm:t>
        <a:bodyPr/>
        <a:lstStyle/>
        <a:p>
          <a:pPr algn="l"/>
          <a:r>
            <a:rPr lang="en-US" dirty="0"/>
            <a:t>Utilize deployed AI model endpoints</a:t>
          </a:r>
        </a:p>
      </dgm:t>
    </dgm:pt>
    <dgm:pt modelId="{38433351-17B7-4CFD-8A31-12CEC9137D7C}" type="parTrans" cxnId="{0DDBC836-2286-4BDD-AAD6-C21D8729AE94}">
      <dgm:prSet/>
      <dgm:spPr/>
      <dgm:t>
        <a:bodyPr/>
        <a:lstStyle/>
        <a:p>
          <a:endParaRPr lang="en-US"/>
        </a:p>
      </dgm:t>
    </dgm:pt>
    <dgm:pt modelId="{F23E8E32-C1C5-41BA-8811-93BAD7AFE94C}" type="sibTrans" cxnId="{0DDBC836-2286-4BDD-AAD6-C21D8729AE94}">
      <dgm:prSet/>
      <dgm:spPr/>
      <dgm:t>
        <a:bodyPr/>
        <a:lstStyle/>
        <a:p>
          <a:endParaRPr lang="en-US"/>
        </a:p>
      </dgm:t>
    </dgm:pt>
    <dgm:pt modelId="{346F2D11-56FC-4369-A63F-6DA072EF34CB}">
      <dgm:prSet phldrT="[Text]" phldr="0"/>
      <dgm:spPr/>
      <dgm:t>
        <a:bodyPr/>
        <a:lstStyle/>
        <a:p>
          <a:pPr algn="l"/>
          <a:r>
            <a:rPr lang="en-US" dirty="0"/>
            <a:t>Azure AI Foundry</a:t>
          </a:r>
        </a:p>
      </dgm:t>
    </dgm:pt>
    <dgm:pt modelId="{1F1CB762-8195-4B94-93AA-34DE024B56F8}" type="parTrans" cxnId="{98FCB557-BD10-45DE-B084-88D3A145EF50}">
      <dgm:prSet/>
      <dgm:spPr/>
      <dgm:t>
        <a:bodyPr/>
        <a:lstStyle/>
        <a:p>
          <a:endParaRPr lang="en-US"/>
        </a:p>
      </dgm:t>
    </dgm:pt>
    <dgm:pt modelId="{AD23991F-AB2D-4D8C-AA01-97FA859B94A4}" type="sibTrans" cxnId="{98FCB557-BD10-45DE-B084-88D3A145EF50}">
      <dgm:prSet/>
      <dgm:spPr/>
      <dgm:t>
        <a:bodyPr/>
        <a:lstStyle/>
        <a:p>
          <a:endParaRPr lang="en-US"/>
        </a:p>
      </dgm:t>
    </dgm:pt>
    <dgm:pt modelId="{6F9CF669-A0D9-4362-A9C0-37FCA234657A}">
      <dgm:prSet phldrT="[Text]" phldr="0"/>
      <dgm:spPr/>
      <dgm:t>
        <a:bodyPr/>
        <a:lstStyle/>
        <a:p>
          <a:pPr algn="l"/>
          <a:r>
            <a:rPr lang="en-US" dirty="0"/>
            <a:t>Customize agent behavior using system prompts</a:t>
          </a:r>
        </a:p>
      </dgm:t>
    </dgm:pt>
    <dgm:pt modelId="{492945AE-46C1-4DBF-949D-DE07408EB780}" type="parTrans" cxnId="{B827CBB4-87B9-45CE-AD27-88E2CF0C8BA0}">
      <dgm:prSet/>
      <dgm:spPr/>
      <dgm:t>
        <a:bodyPr/>
        <a:lstStyle/>
        <a:p>
          <a:endParaRPr lang="en-US"/>
        </a:p>
      </dgm:t>
    </dgm:pt>
    <dgm:pt modelId="{F19B8798-F375-44A2-B8E1-A0B44EA326D1}" type="sibTrans" cxnId="{B827CBB4-87B9-45CE-AD27-88E2CF0C8BA0}">
      <dgm:prSet/>
      <dgm:spPr/>
      <dgm:t>
        <a:bodyPr/>
        <a:lstStyle/>
        <a:p>
          <a:endParaRPr lang="en-US"/>
        </a:p>
      </dgm:t>
    </dgm:pt>
    <dgm:pt modelId="{8B697CEB-662E-4162-8E32-A62ED7E6377C}">
      <dgm:prSet phldrT="[Text]" phldr="0"/>
      <dgm:spPr/>
      <dgm:t>
        <a:bodyPr/>
        <a:lstStyle/>
        <a:p>
          <a:pPr algn="l"/>
          <a:r>
            <a:rPr lang="en-US" dirty="0"/>
            <a:t>Compare AI models (size, performance, architecture, licensing)</a:t>
          </a:r>
        </a:p>
      </dgm:t>
    </dgm:pt>
    <dgm:pt modelId="{3BA2D548-982F-47AC-A37E-62610B818192}" type="parTrans" cxnId="{62CE009F-BADF-46C5-87DD-11F58B01AEB3}">
      <dgm:prSet/>
      <dgm:spPr/>
      <dgm:t>
        <a:bodyPr/>
        <a:lstStyle/>
        <a:p>
          <a:endParaRPr lang="en-US"/>
        </a:p>
      </dgm:t>
    </dgm:pt>
    <dgm:pt modelId="{04DD075C-87CC-41B2-AE9E-ED6D442C8E6B}" type="sibTrans" cxnId="{62CE009F-BADF-46C5-87DD-11F58B01AEB3}">
      <dgm:prSet/>
      <dgm:spPr/>
      <dgm:t>
        <a:bodyPr/>
        <a:lstStyle/>
        <a:p>
          <a:endParaRPr lang="en-US"/>
        </a:p>
      </dgm:t>
    </dgm:pt>
    <dgm:pt modelId="{C3DAB90A-0E6D-470F-BD4A-95F88E847D18}">
      <dgm:prSet phldrT="[Text]" phldr="0"/>
      <dgm:spPr/>
      <dgm:t>
        <a:bodyPr/>
        <a:lstStyle/>
        <a:p>
          <a:pPr algn="l"/>
          <a:r>
            <a:rPr lang="en-US" dirty="0"/>
            <a:t>Estimate cloud costs for deployed services</a:t>
          </a:r>
        </a:p>
      </dgm:t>
    </dgm:pt>
    <dgm:pt modelId="{E912C795-F4F4-4779-8E92-46C866BB2267}" type="parTrans" cxnId="{1DB6B1EB-064B-480C-B1FB-1FDD4284FA71}">
      <dgm:prSet/>
      <dgm:spPr/>
      <dgm:t>
        <a:bodyPr/>
        <a:lstStyle/>
        <a:p>
          <a:endParaRPr lang="en-US"/>
        </a:p>
      </dgm:t>
    </dgm:pt>
    <dgm:pt modelId="{39D821A3-7086-4973-9D7B-CF1A87E5EC53}" type="sibTrans" cxnId="{1DB6B1EB-064B-480C-B1FB-1FDD4284FA71}">
      <dgm:prSet/>
      <dgm:spPr/>
      <dgm:t>
        <a:bodyPr/>
        <a:lstStyle/>
        <a:p>
          <a:endParaRPr lang="en-US"/>
        </a:p>
      </dgm:t>
    </dgm:pt>
    <dgm:pt modelId="{142219EC-7604-4374-A9DB-6DD05AA3EB05}">
      <dgm:prSet phldrT="[Text]" phldr="0"/>
      <dgm:spPr/>
      <dgm:t>
        <a:bodyPr/>
        <a:lstStyle/>
        <a:p>
          <a:pPr algn="l"/>
          <a:r>
            <a:rPr lang="en-US" dirty="0"/>
            <a:t>Azure Calculator</a:t>
          </a:r>
        </a:p>
      </dgm:t>
    </dgm:pt>
    <dgm:pt modelId="{757430C6-03CB-4627-9C95-15B6558D61BB}" type="parTrans" cxnId="{3F059A33-497D-49C5-9DF3-99A11CCAE43A}">
      <dgm:prSet/>
      <dgm:spPr/>
      <dgm:t>
        <a:bodyPr/>
        <a:lstStyle/>
        <a:p>
          <a:endParaRPr lang="en-US"/>
        </a:p>
      </dgm:t>
    </dgm:pt>
    <dgm:pt modelId="{89B37988-6E6A-49E0-A405-707F5D64C605}" type="sibTrans" cxnId="{3F059A33-497D-49C5-9DF3-99A11CCAE43A}">
      <dgm:prSet/>
      <dgm:spPr/>
      <dgm:t>
        <a:bodyPr/>
        <a:lstStyle/>
        <a:p>
          <a:endParaRPr lang="en-US"/>
        </a:p>
      </dgm:t>
    </dgm:pt>
    <dgm:pt modelId="{DB0C31D2-F4C6-44F4-8684-DAC848DA8DE0}">
      <dgm:prSet phldrT="[Text]" phldr="0"/>
      <dgm:spPr/>
      <dgm:t>
        <a:bodyPr/>
        <a:lstStyle/>
        <a:p>
          <a:pPr algn="l"/>
          <a:r>
            <a:rPr lang="en-US" dirty="0"/>
            <a:t>Azure OpenAI</a:t>
          </a:r>
        </a:p>
      </dgm:t>
    </dgm:pt>
    <dgm:pt modelId="{1625169A-B956-4B7F-ADBF-EFD1326B030B}" type="parTrans" cxnId="{9E8A9792-7449-4867-AA62-6249D7E0C72C}">
      <dgm:prSet/>
      <dgm:spPr/>
      <dgm:t>
        <a:bodyPr/>
        <a:lstStyle/>
        <a:p>
          <a:endParaRPr lang="en-US"/>
        </a:p>
      </dgm:t>
    </dgm:pt>
    <dgm:pt modelId="{FFD105D5-C086-40C3-AF04-A0137816AEE2}" type="sibTrans" cxnId="{9E8A9792-7449-4867-AA62-6249D7E0C72C}">
      <dgm:prSet/>
      <dgm:spPr/>
      <dgm:t>
        <a:bodyPr/>
        <a:lstStyle/>
        <a:p>
          <a:endParaRPr lang="en-US"/>
        </a:p>
      </dgm:t>
    </dgm:pt>
    <dgm:pt modelId="{CA3DBC75-DCBA-42AD-8220-F30D3572EF4A}">
      <dgm:prSet phldrT="[Text]" phldr="0"/>
      <dgm:spPr/>
      <dgm:t>
        <a:bodyPr/>
        <a:lstStyle/>
        <a:p>
          <a:pPr algn="l"/>
          <a:r>
            <a:rPr lang="en-US" dirty="0"/>
            <a:t>Hugging Face, </a:t>
          </a:r>
          <a:r>
            <a:rPr lang="en-US" dirty="0" err="1"/>
            <a:t>Ollama</a:t>
          </a:r>
          <a:r>
            <a:rPr lang="en-US" dirty="0"/>
            <a:t>, etc.</a:t>
          </a:r>
        </a:p>
      </dgm:t>
    </dgm:pt>
    <dgm:pt modelId="{F6798128-B205-43FB-B817-863C4B72C942}" type="parTrans" cxnId="{5C2FDBAE-8936-4741-B1C7-738E0B5B95E5}">
      <dgm:prSet/>
      <dgm:spPr/>
      <dgm:t>
        <a:bodyPr/>
        <a:lstStyle/>
        <a:p>
          <a:endParaRPr lang="en-US"/>
        </a:p>
      </dgm:t>
    </dgm:pt>
    <dgm:pt modelId="{BDB13328-8345-4DBB-9B76-3E408408A378}" type="sibTrans" cxnId="{5C2FDBAE-8936-4741-B1C7-738E0B5B95E5}">
      <dgm:prSet/>
      <dgm:spPr/>
      <dgm:t>
        <a:bodyPr/>
        <a:lstStyle/>
        <a:p>
          <a:endParaRPr lang="en-US"/>
        </a:p>
      </dgm:t>
    </dgm:pt>
    <dgm:pt modelId="{CC88708B-5E42-4ACF-97D8-FA05E672E144}" type="pres">
      <dgm:prSet presAssocID="{F380DE40-B004-44A1-A5F0-E6BBD7F0EFC8}" presName="diagram" presStyleCnt="0">
        <dgm:presLayoutVars>
          <dgm:dir/>
          <dgm:resizeHandles val="exact"/>
        </dgm:presLayoutVars>
      </dgm:prSet>
      <dgm:spPr/>
    </dgm:pt>
    <dgm:pt modelId="{8640B9EB-789B-4444-B9DC-7790290D2C07}" type="pres">
      <dgm:prSet presAssocID="{FB2E585C-A3AA-406F-9EC3-66E0BD70582D}" presName="node" presStyleLbl="node1" presStyleIdx="0" presStyleCnt="4">
        <dgm:presLayoutVars>
          <dgm:bulletEnabled val="1"/>
        </dgm:presLayoutVars>
      </dgm:prSet>
      <dgm:spPr/>
    </dgm:pt>
    <dgm:pt modelId="{05F293C1-EF1F-4428-A151-A39ADF7C9FC3}" type="pres">
      <dgm:prSet presAssocID="{BAD14C3A-FAEA-4A40-A398-9DE0CD762DCC}" presName="sibTrans" presStyleCnt="0"/>
      <dgm:spPr/>
    </dgm:pt>
    <dgm:pt modelId="{52280505-D8A4-41F4-B6B6-F1E29295784C}" type="pres">
      <dgm:prSet presAssocID="{83D5AF02-802D-4C40-B52D-F416E92B55EC}" presName="node" presStyleLbl="node1" presStyleIdx="1" presStyleCnt="4">
        <dgm:presLayoutVars>
          <dgm:bulletEnabled val="1"/>
        </dgm:presLayoutVars>
      </dgm:prSet>
      <dgm:spPr/>
    </dgm:pt>
    <dgm:pt modelId="{50579382-4A25-4F89-A74C-44CC2D6E4F90}" type="pres">
      <dgm:prSet presAssocID="{852CBFA3-937E-4F01-A1E5-46793ECA39A1}" presName="sibTrans" presStyleCnt="0"/>
      <dgm:spPr/>
    </dgm:pt>
    <dgm:pt modelId="{AC807673-F359-448D-B341-9B9E243109FE}" type="pres">
      <dgm:prSet presAssocID="{5B5872FC-66BA-456D-A6C3-1915186C774A}" presName="node" presStyleLbl="node1" presStyleIdx="2" presStyleCnt="4">
        <dgm:presLayoutVars>
          <dgm:bulletEnabled val="1"/>
        </dgm:presLayoutVars>
      </dgm:prSet>
      <dgm:spPr/>
    </dgm:pt>
    <dgm:pt modelId="{4B90F0BA-45ED-437F-8A43-66FF8C0AE6D9}" type="pres">
      <dgm:prSet presAssocID="{F535EF59-3D32-4480-AB04-451BE2BA6DFC}" presName="sibTrans" presStyleCnt="0"/>
      <dgm:spPr/>
    </dgm:pt>
    <dgm:pt modelId="{EB9CC506-1F7F-4944-8CB4-67BA271FF82E}" type="pres">
      <dgm:prSet presAssocID="{8E936134-201D-476E-B86A-8E4D59612B94}" presName="node" presStyleLbl="node1" presStyleIdx="3" presStyleCnt="4">
        <dgm:presLayoutVars>
          <dgm:bulletEnabled val="1"/>
        </dgm:presLayoutVars>
      </dgm:prSet>
      <dgm:spPr/>
    </dgm:pt>
  </dgm:ptLst>
  <dgm:cxnLst>
    <dgm:cxn modelId="{EAD49904-EF65-4129-A7E9-1EFCB007FCB4}" srcId="{83D5AF02-802D-4C40-B52D-F416E92B55EC}" destId="{AA80B9C1-2179-4A62-ACC4-9F5EA694B70B}" srcOrd="2" destOrd="0" parTransId="{D7BB243A-5775-4CF6-9053-822C5E5441DB}" sibTransId="{0439C7DD-2EE9-4F6E-965F-E205D7F7AD5E}"/>
    <dgm:cxn modelId="{697CC10D-AA9E-4BF8-BD8F-E6D31C8E8F75}" srcId="{5B5872FC-66BA-456D-A6C3-1915186C774A}" destId="{6C0F5E92-0368-4229-A8DD-BBE98CD27283}" srcOrd="1" destOrd="0" parTransId="{A300B6AD-64D3-4F99-8464-63EBCC1645B0}" sibTransId="{B0D8A55B-F586-4199-B733-B682B852EEEA}"/>
    <dgm:cxn modelId="{604BEA1C-9F8D-48BE-B315-D095C1171A77}" type="presOf" srcId="{F5B1A2F4-CDBF-4D24-8E4B-355AA33D4AF5}" destId="{8640B9EB-789B-4444-B9DC-7790290D2C07}" srcOrd="0" destOrd="2" presId="urn:microsoft.com/office/officeart/2005/8/layout/default"/>
    <dgm:cxn modelId="{DABC3028-409C-4FBC-8961-9B54A8EFACB7}" type="presOf" srcId="{0ED2EF8A-A277-4AE6-94F5-0C0C230E79A1}" destId="{AC807673-F359-448D-B341-9B9E243109FE}" srcOrd="0" destOrd="5" presId="urn:microsoft.com/office/officeart/2005/8/layout/default"/>
    <dgm:cxn modelId="{67802629-C318-4333-ABD6-8FBC4384B5C6}" type="presOf" srcId="{CEE8FF8B-D357-4DEB-80BC-B94B691DAB5E}" destId="{52280505-D8A4-41F4-B6B6-F1E29295784C}" srcOrd="0" destOrd="2" presId="urn:microsoft.com/office/officeart/2005/8/layout/default"/>
    <dgm:cxn modelId="{93D15D2A-247C-48B9-A327-EA64D508F066}" type="presOf" srcId="{243D106C-3D27-4BF0-932E-8D4BFCB18E07}" destId="{8640B9EB-789B-4444-B9DC-7790290D2C07}" srcOrd="0" destOrd="7" presId="urn:microsoft.com/office/officeart/2005/8/layout/default"/>
    <dgm:cxn modelId="{00E1A92F-EEDD-4645-A686-09BA9B4EF52F}" srcId="{83D5AF02-802D-4C40-B52D-F416E92B55EC}" destId="{D511AE60-EC9B-4D13-A15F-A48CD7F0FFCF}" srcOrd="3" destOrd="0" parTransId="{BBFF67C1-9C26-4215-A2AB-F4853EBCA7BF}" sibTransId="{4760492D-3F05-4899-9936-DC3BAA44E767}"/>
    <dgm:cxn modelId="{DB3FD232-4AC9-49FF-A675-ED15B1EE8C12}" srcId="{254E1A88-57B1-4E74-8EBE-15ABF9D88055}" destId="{F3EBB9B1-9F15-41E0-B8B6-D25F43C02F21}" srcOrd="1" destOrd="0" parTransId="{DA13E1D8-7B9F-4966-BCF8-B6B5DC547ECF}" sibTransId="{AA4D0C8E-61D2-49EA-834D-3A0E49189B8A}"/>
    <dgm:cxn modelId="{3F059A33-497D-49C5-9DF3-99A11CCAE43A}" srcId="{C3DAB90A-0E6D-470F-BD4A-95F88E847D18}" destId="{142219EC-7604-4374-A9DB-6DD05AA3EB05}" srcOrd="0" destOrd="0" parTransId="{757430C6-03CB-4627-9C95-15B6558D61BB}" sibTransId="{89B37988-6E6A-49E0-A405-707F5D64C605}"/>
    <dgm:cxn modelId="{0DDBC836-2286-4BDD-AAD6-C21D8729AE94}" srcId="{5B5872FC-66BA-456D-A6C3-1915186C774A}" destId="{0ED2EF8A-A277-4AE6-94F5-0C0C230E79A1}" srcOrd="3" destOrd="0" parTransId="{38433351-17B7-4CFD-8A31-12CEC9137D7C}" sibTransId="{F23E8E32-C1C5-41BA-8811-93BAD7AFE94C}"/>
    <dgm:cxn modelId="{0EDE2D37-C14C-428A-A056-2489AD96F13B}" type="presOf" srcId="{AA80B9C1-2179-4A62-ACC4-9F5EA694B70B}" destId="{52280505-D8A4-41F4-B6B6-F1E29295784C}" srcOrd="0" destOrd="5" presId="urn:microsoft.com/office/officeart/2005/8/layout/default"/>
    <dgm:cxn modelId="{E4212F37-431E-4488-A111-DE3E4FB60D53}" srcId="{712B5DF3-7010-428A-82F5-53CEFCE2638E}" destId="{F5B1A2F4-CDBF-4D24-8E4B-355AA33D4AF5}" srcOrd="0" destOrd="0" parTransId="{AD8271E6-71BF-4C62-B6AD-34FF94D48F98}" sibTransId="{876DE428-4762-43BA-A757-7C648CC16C3C}"/>
    <dgm:cxn modelId="{B5398837-FA8B-48A2-BA6B-D2038D48A869}" srcId="{712B5DF3-7010-428A-82F5-53CEFCE2638E}" destId="{AA628E68-9562-44D9-AC50-7077675A5CB5}" srcOrd="2" destOrd="0" parTransId="{5743469F-4AAC-41FC-9E9B-CD68922CC1E7}" sibTransId="{D8784947-5354-4249-B697-0BC4D6ACFACE}"/>
    <dgm:cxn modelId="{6914655C-6F88-4F44-A604-30DED5FB61C6}" srcId="{CEE8FF8B-D357-4DEB-80BC-B94B691DAB5E}" destId="{4220455F-CF1C-4436-A9B6-D518B15DEF85}" srcOrd="0" destOrd="0" parTransId="{55A61E59-3711-4470-BE75-90F3E1DE062A}" sibTransId="{55F3672B-8797-4CE5-8735-0280F532931F}"/>
    <dgm:cxn modelId="{E31B0B62-8466-4497-8FFD-E6456341ABA0}" type="presOf" srcId="{D0B7C232-4EE8-45BD-9762-748ACDBB1286}" destId="{AC807673-F359-448D-B341-9B9E243109FE}" srcOrd="0" destOrd="4" presId="urn:microsoft.com/office/officeart/2005/8/layout/default"/>
    <dgm:cxn modelId="{6B358F42-65A0-41E7-91A4-EF085D137253}" type="presOf" srcId="{5B5872FC-66BA-456D-A6C3-1915186C774A}" destId="{AC807673-F359-448D-B341-9B9E243109FE}" srcOrd="0" destOrd="0" presId="urn:microsoft.com/office/officeart/2005/8/layout/default"/>
    <dgm:cxn modelId="{E3D96744-304D-4A40-AE94-69370A3C1712}" type="presOf" srcId="{712B5DF3-7010-428A-82F5-53CEFCE2638E}" destId="{8640B9EB-789B-4444-B9DC-7790290D2C07}" srcOrd="0" destOrd="1" presId="urn:microsoft.com/office/officeart/2005/8/layout/default"/>
    <dgm:cxn modelId="{57340465-7BCE-43EB-B6DB-435170C23804}" srcId="{254E1A88-57B1-4E74-8EBE-15ABF9D88055}" destId="{AD65C654-A63F-4FF4-AAF3-5B7FB128007C}" srcOrd="0" destOrd="0" parTransId="{F549335F-EA69-4D54-970F-12442CE63682}" sibTransId="{CC493BA9-FDB1-4B9B-B583-34336848F701}"/>
    <dgm:cxn modelId="{A4DFCB68-5B04-4294-937F-A0D556F6047F}" type="presOf" srcId="{C3DAB90A-0E6D-470F-BD4A-95F88E847D18}" destId="{EB9CC506-1F7F-4944-8CB4-67BA271FF82E}" srcOrd="0" destOrd="7" presId="urn:microsoft.com/office/officeart/2005/8/layout/default"/>
    <dgm:cxn modelId="{5E801F4B-3E70-492E-A1E3-EA1B7873E2AA}" type="presOf" srcId="{A4FA2BA0-D1CC-4610-A4DE-075BB7101994}" destId="{8640B9EB-789B-4444-B9DC-7790290D2C07}" srcOrd="0" destOrd="3" presId="urn:microsoft.com/office/officeart/2005/8/layout/default"/>
    <dgm:cxn modelId="{82DCCE6B-5D26-4561-B64F-1E1CABE5B293}" type="presOf" srcId="{EABA2467-003C-444A-BCFD-6518F779D93A}" destId="{52280505-D8A4-41F4-B6B6-F1E29295784C}" srcOrd="0" destOrd="1" presId="urn:microsoft.com/office/officeart/2005/8/layout/default"/>
    <dgm:cxn modelId="{193BBE74-11E8-4508-BBCD-3BD588714996}" type="presOf" srcId="{0D17077E-036C-422D-84FB-8AA137184298}" destId="{AC807673-F359-448D-B341-9B9E243109FE}" srcOrd="0" destOrd="2" presId="urn:microsoft.com/office/officeart/2005/8/layout/default"/>
    <dgm:cxn modelId="{1F2A4655-A1EE-4302-BA16-5BA8B7A697AB}" srcId="{2BB8BC78-CA02-4157-A9EC-98E98863C0E3}" destId="{0D17077E-036C-422D-84FB-8AA137184298}" srcOrd="0" destOrd="0" parTransId="{0A58FAAB-4856-4073-A104-0F412D002172}" sibTransId="{4C44C628-C58E-442A-B738-309474E86D7E}"/>
    <dgm:cxn modelId="{98FCB557-BD10-45DE-B084-88D3A145EF50}" srcId="{0ED2EF8A-A277-4AE6-94F5-0C0C230E79A1}" destId="{346F2D11-56FC-4369-A63F-6DA072EF34CB}" srcOrd="0" destOrd="0" parTransId="{1F1CB762-8195-4B94-93AA-34DE024B56F8}" sibTransId="{AD23991F-AB2D-4D8C-AA01-97FA859B94A4}"/>
    <dgm:cxn modelId="{7E4CE980-5D48-4DB4-B95A-CB17B9C3BBD2}" type="presOf" srcId="{254E1A88-57B1-4E74-8EBE-15ABF9D88055}" destId="{EB9CC506-1F7F-4944-8CB4-67BA271FF82E}" srcOrd="0" destOrd="3" presId="urn:microsoft.com/office/officeart/2005/8/layout/default"/>
    <dgm:cxn modelId="{F2962882-40A9-4866-9B90-4C676644DA71}" srcId="{712B5DF3-7010-428A-82F5-53CEFCE2638E}" destId="{A4FA2BA0-D1CC-4610-A4DE-075BB7101994}" srcOrd="1" destOrd="0" parTransId="{BC0C71D7-687B-43F1-B5AD-F52B08973FBC}" sibTransId="{5266977A-69FD-4254-8911-A7782812431A}"/>
    <dgm:cxn modelId="{0C366E83-FFEC-4ACE-AC7D-EC979CFD4948}" type="presOf" srcId="{0BD3F884-BEAE-4A60-802E-1ACA0912B203}" destId="{8640B9EB-789B-4444-B9DC-7790290D2C07}" srcOrd="0" destOrd="8" presId="urn:microsoft.com/office/officeart/2005/8/layout/default"/>
    <dgm:cxn modelId="{B0E6AC86-728B-4984-9299-92ED2040777D}" srcId="{AA80B9C1-2179-4A62-ACC4-9F5EA694B70B}" destId="{11BD6291-F9A3-4DDE-8967-C13F0D15AA80}" srcOrd="0" destOrd="0" parTransId="{557303EC-EE34-4466-B2BD-77132CA674DD}" sibTransId="{2FE499EE-DB38-4917-A3F8-5090062AC442}"/>
    <dgm:cxn modelId="{2AD1EB89-4737-4B70-AF2F-02A0CE7F1F77}" type="presOf" srcId="{6C0F5E92-0368-4229-A8DD-BBE98CD27283}" destId="{AC807673-F359-448D-B341-9B9E243109FE}" srcOrd="0" destOrd="3" presId="urn:microsoft.com/office/officeart/2005/8/layout/default"/>
    <dgm:cxn modelId="{5C79888B-051A-44F9-BEE1-47C7B1D0BEF0}" srcId="{FB2E585C-A3AA-406F-9EC3-66E0BD70582D}" destId="{712B5DF3-7010-428A-82F5-53CEFCE2638E}" srcOrd="0" destOrd="0" parTransId="{2E2B2FA8-3928-4910-8CB6-C61D1A92F511}" sibTransId="{EBCD1B03-513D-4C6C-90E7-D3284A12F609}"/>
    <dgm:cxn modelId="{9B29388E-5603-4B17-980A-1D362DA23758}" type="presOf" srcId="{8E936134-201D-476E-B86A-8E4D59612B94}" destId="{EB9CC506-1F7F-4944-8CB4-67BA271FF82E}" srcOrd="0" destOrd="0" presId="urn:microsoft.com/office/officeart/2005/8/layout/default"/>
    <dgm:cxn modelId="{95BA8F90-4A11-4499-8F41-6C4CAFFE5FF5}" type="presOf" srcId="{2592CA12-BBA7-45D6-920C-A7EF7F09CB5C}" destId="{EB9CC506-1F7F-4944-8CB4-67BA271FF82E}" srcOrd="0" destOrd="6" presId="urn:microsoft.com/office/officeart/2005/8/layout/default"/>
    <dgm:cxn modelId="{87F3E890-7C9D-49C1-BDF2-32CFB18122B4}" srcId="{DC0F8EDF-9F15-4F75-A641-0FF7125CFFEF}" destId="{243D106C-3D27-4BF0-932E-8D4BFCB18E07}" srcOrd="0" destOrd="0" parTransId="{4101219A-B063-458D-864E-A387B5E14D91}" sibTransId="{2311BB31-481A-4768-8425-7D9500496BD2}"/>
    <dgm:cxn modelId="{D5052891-0C6D-4804-B693-2E13A46D9CF2}" type="presOf" srcId="{A8F1CCC8-3C0D-45FB-B6F8-5A1C2ECD9D78}" destId="{EB9CC506-1F7F-4944-8CB4-67BA271FF82E}" srcOrd="0" destOrd="2" presId="urn:microsoft.com/office/officeart/2005/8/layout/default"/>
    <dgm:cxn modelId="{9E8A9792-7449-4867-AA62-6249D7E0C72C}" srcId="{0ED2EF8A-A277-4AE6-94F5-0C0C230E79A1}" destId="{DB0C31D2-F4C6-44F4-8684-DAC848DA8DE0}" srcOrd="1" destOrd="0" parTransId="{1625169A-B956-4B7F-ADBF-EFD1326B030B}" sibTransId="{FFD105D5-C086-40C3-AF04-A0137816AEE2}"/>
    <dgm:cxn modelId="{4BE49B95-BC1F-46B8-A6EA-38E3E2FFB8F3}" srcId="{5B5872FC-66BA-456D-A6C3-1915186C774A}" destId="{2BB8BC78-CA02-4157-A9EC-98E98863C0E3}" srcOrd="0" destOrd="0" parTransId="{12FCE6E5-CACF-428F-A698-6951B0972874}" sibTransId="{499FB6C9-6607-453F-BCFC-0E8E350F6AD2}"/>
    <dgm:cxn modelId="{F0A5A296-B294-4175-8A62-75C1F8DDA055}" type="presOf" srcId="{69CE8C10-1F58-4AEC-8FB6-335B4529C0ED}" destId="{8640B9EB-789B-4444-B9DC-7790290D2C07}" srcOrd="0" destOrd="5" presId="urn:microsoft.com/office/officeart/2005/8/layout/default"/>
    <dgm:cxn modelId="{16D1B797-DCF6-4581-8117-2656DD736E63}" type="presOf" srcId="{AD65C654-A63F-4FF4-AAF3-5B7FB128007C}" destId="{EB9CC506-1F7F-4944-8CB4-67BA271FF82E}" srcOrd="0" destOrd="4" presId="urn:microsoft.com/office/officeart/2005/8/layout/default"/>
    <dgm:cxn modelId="{B93CF49E-B06B-44FF-A0D7-F93C277BB8CC}" type="presOf" srcId="{83D5AF02-802D-4C40-B52D-F416E92B55EC}" destId="{52280505-D8A4-41F4-B6B6-F1E29295784C}" srcOrd="0" destOrd="0" presId="urn:microsoft.com/office/officeart/2005/8/layout/default"/>
    <dgm:cxn modelId="{62CE009F-BADF-46C5-87DD-11F58B01AEB3}" srcId="{5B5872FC-66BA-456D-A6C3-1915186C774A}" destId="{8B697CEB-662E-4162-8E32-A62ED7E6377C}" srcOrd="5" destOrd="0" parTransId="{3BA2D548-982F-47AC-A37E-62610B818192}" sibTransId="{04DD075C-87CC-41B2-AE9E-ED6D442C8E6B}"/>
    <dgm:cxn modelId="{621C66A2-81D2-4367-951B-2937E7F0C9C7}" type="presOf" srcId="{4220455F-CF1C-4436-A9B6-D518B15DEF85}" destId="{52280505-D8A4-41F4-B6B6-F1E29295784C}" srcOrd="0" destOrd="3" presId="urn:microsoft.com/office/officeart/2005/8/layout/default"/>
    <dgm:cxn modelId="{48832CAC-8AF8-4E9A-8F8F-0F7A43C3837D}" srcId="{FB2E585C-A3AA-406F-9EC3-66E0BD70582D}" destId="{69CE8C10-1F58-4AEC-8FB6-335B4529C0ED}" srcOrd="1" destOrd="0" parTransId="{E596C08D-061B-487F-A8C2-554D85DB7D58}" sibTransId="{BD80F714-345C-4754-806F-A4C741E74A63}"/>
    <dgm:cxn modelId="{D8F963AC-D038-4E3A-A9BE-355DBC3504E4}" type="presOf" srcId="{346F2D11-56FC-4369-A63F-6DA072EF34CB}" destId="{AC807673-F359-448D-B341-9B9E243109FE}" srcOrd="0" destOrd="6" presId="urn:microsoft.com/office/officeart/2005/8/layout/default"/>
    <dgm:cxn modelId="{5C2FDBAE-8936-4741-B1C7-738E0B5B95E5}" srcId="{0ED2EF8A-A277-4AE6-94F5-0C0C230E79A1}" destId="{CA3DBC75-DCBA-42AD-8220-F30D3572EF4A}" srcOrd="2" destOrd="0" parTransId="{F6798128-B205-43FB-B817-863C4B72C942}" sibTransId="{BDB13328-8345-4DBB-9B76-3E408408A378}"/>
    <dgm:cxn modelId="{4A9F14AF-BF3F-49F1-A459-C6A4651E2CFC}" srcId="{FB2E585C-A3AA-406F-9EC3-66E0BD70582D}" destId="{DC0F8EDF-9F15-4F75-A641-0FF7125CFFEF}" srcOrd="2" destOrd="0" parTransId="{F0DD10F4-E874-4DA6-9FF3-8EB742BF846D}" sibTransId="{8FBE2570-9E1D-4D2B-8FB3-4769645992D8}"/>
    <dgm:cxn modelId="{15578EB2-ECE1-4D28-9148-793716ED3830}" type="presOf" srcId="{11BD6291-F9A3-4DDE-8967-C13F0D15AA80}" destId="{52280505-D8A4-41F4-B6B6-F1E29295784C}" srcOrd="0" destOrd="6" presId="urn:microsoft.com/office/officeart/2005/8/layout/default"/>
    <dgm:cxn modelId="{B827CBB4-87B9-45CE-AD27-88E2CF0C8BA0}" srcId="{5B5872FC-66BA-456D-A6C3-1915186C774A}" destId="{6F9CF669-A0D9-4362-A9C0-37FCA234657A}" srcOrd="4" destOrd="0" parTransId="{492945AE-46C1-4DBF-949D-DE07408EB780}" sibTransId="{F19B8798-F375-44A2-B8E1-A0B44EA326D1}"/>
    <dgm:cxn modelId="{C04531B5-5573-4A52-A674-5F737CFE4C83}" srcId="{8E936134-201D-476E-B86A-8E4D59612B94}" destId="{A8F1CCC8-3C0D-45FB-B6F8-5A1C2ECD9D78}" srcOrd="1" destOrd="0" parTransId="{F19D1AE3-B801-428C-8EA3-95E9D6F684B2}" sibTransId="{6267DF06-8F65-426C-A342-F0594D7334AC}"/>
    <dgm:cxn modelId="{7922C6B5-E136-4462-BF73-D6A7F3FAB098}" type="presOf" srcId="{CA3DBC75-DCBA-42AD-8220-F30D3572EF4A}" destId="{AC807673-F359-448D-B341-9B9E243109FE}" srcOrd="0" destOrd="8" presId="urn:microsoft.com/office/officeart/2005/8/layout/default"/>
    <dgm:cxn modelId="{C7C308B6-1180-4634-B007-21B0AA6F6F7A}" type="presOf" srcId="{AA628E68-9562-44D9-AC50-7077675A5CB5}" destId="{8640B9EB-789B-4444-B9DC-7790290D2C07}" srcOrd="0" destOrd="4" presId="urn:microsoft.com/office/officeart/2005/8/layout/default"/>
    <dgm:cxn modelId="{6790E2BB-D51A-4DE1-882E-69C0C0DA63FF}" srcId="{CEE8FF8B-D357-4DEB-80BC-B94B691DAB5E}" destId="{FEEF5CE5-3347-471D-91D1-01A9768C7114}" srcOrd="1" destOrd="0" parTransId="{7C42BD95-9B4E-4F14-B0A5-3A546ACDEBCF}" sibTransId="{29B5D41D-0D3E-4AC0-96D6-35B8E1AE42C5}"/>
    <dgm:cxn modelId="{CF5AD5BD-BFDD-4F52-ACC6-D37EFC5FB32A}" srcId="{5B5872FC-66BA-456D-A6C3-1915186C774A}" destId="{D0B7C232-4EE8-45BD-9762-748ACDBB1286}" srcOrd="2" destOrd="0" parTransId="{A62BC256-C77D-4D1E-9F14-AD7517EE3DD1}" sibTransId="{FF33D16E-F3F8-4F71-8D07-8911A8028C08}"/>
    <dgm:cxn modelId="{D7E97EBF-D8A5-46CB-B290-1FF1BE6A31D2}" srcId="{83D5AF02-802D-4C40-B52D-F416E92B55EC}" destId="{CEE8FF8B-D357-4DEB-80BC-B94B691DAB5E}" srcOrd="1" destOrd="0" parTransId="{7970E5C9-246A-46E3-B429-209777172924}" sibTransId="{9D43CB03-CA37-43EA-8AFA-580877FABC06}"/>
    <dgm:cxn modelId="{19CD79C0-5969-43D5-8D2A-A58ECA4DAB5B}" srcId="{D511AE60-EC9B-4D13-A15F-A48CD7F0FFCF}" destId="{B296EA44-76A4-4C01-B27D-F6437D60CD34}" srcOrd="0" destOrd="0" parTransId="{F40A0CB5-634B-4E26-B196-AC32BBF8E9C3}" sibTransId="{848BA754-CF0B-4006-A70D-8D22CA7F190E}"/>
    <dgm:cxn modelId="{B0DE3FC2-F418-410F-B2E2-9462E76858F6}" srcId="{F380DE40-B004-44A1-A5F0-E6BBD7F0EFC8}" destId="{5B5872FC-66BA-456D-A6C3-1915186C774A}" srcOrd="2" destOrd="0" parTransId="{25B4FE7A-A9C4-4A5E-B22A-D5D61593B665}" sibTransId="{F535EF59-3D32-4480-AB04-451BE2BA6DFC}"/>
    <dgm:cxn modelId="{BB82D8C2-9981-436C-A594-E3AB6302D76F}" type="presOf" srcId="{8B697CEB-662E-4162-8E32-A62ED7E6377C}" destId="{AC807673-F359-448D-B341-9B9E243109FE}" srcOrd="0" destOrd="10" presId="urn:microsoft.com/office/officeart/2005/8/layout/default"/>
    <dgm:cxn modelId="{F1E882C3-8C89-4214-9754-290AB67360C5}" srcId="{F380DE40-B004-44A1-A5F0-E6BBD7F0EFC8}" destId="{83D5AF02-802D-4C40-B52D-F416E92B55EC}" srcOrd="1" destOrd="0" parTransId="{71F2349B-828F-4A16-8C52-27CDA4329109}" sibTransId="{852CBFA3-937E-4F01-A1E5-46793ECA39A1}"/>
    <dgm:cxn modelId="{03276CC4-E9E5-44BD-A373-119C889AA5D5}" type="presOf" srcId="{6F9CF669-A0D9-4362-A9C0-37FCA234657A}" destId="{AC807673-F359-448D-B341-9B9E243109FE}" srcOrd="0" destOrd="9" presId="urn:microsoft.com/office/officeart/2005/8/layout/default"/>
    <dgm:cxn modelId="{4BC1E0C8-30DE-49E1-A162-523EB1B2043A}" srcId="{DC0F8EDF-9F15-4F75-A641-0FF7125CFFEF}" destId="{0BD3F884-BEAE-4A60-802E-1ACA0912B203}" srcOrd="1" destOrd="0" parTransId="{34C46368-AF97-4F3A-86DE-BFF4F469D49F}" sibTransId="{8EE198A8-0CBB-4B67-8840-71EB72E513A6}"/>
    <dgm:cxn modelId="{462604C9-B92E-4D1A-8783-3F23831B63D4}" srcId="{8E936134-201D-476E-B86A-8E4D59612B94}" destId="{2592CA12-BBA7-45D6-920C-A7EF7F09CB5C}" srcOrd="3" destOrd="0" parTransId="{0CBCBABA-7F5A-436B-8E4D-949341975C9A}" sibTransId="{2F24B2D2-31E9-4819-BECE-6E9D5925E044}"/>
    <dgm:cxn modelId="{3214C7CB-F3CB-4354-9C7E-3494167682A1}" type="presOf" srcId="{B3D3CC84-56C4-4D17-B838-431658CC3ACC}" destId="{EB9CC506-1F7F-4944-8CB4-67BA271FF82E}" srcOrd="0" destOrd="1" presId="urn:microsoft.com/office/officeart/2005/8/layout/default"/>
    <dgm:cxn modelId="{754262CE-E820-41FD-9082-F93843EE52D8}" srcId="{8E936134-201D-476E-B86A-8E4D59612B94}" destId="{B3D3CC84-56C4-4D17-B838-431658CC3ACC}" srcOrd="0" destOrd="0" parTransId="{E809BAAC-9C57-42CD-8DA6-13E0244A5755}" sibTransId="{D7162FAC-ED2A-4713-A257-CDC9ABEC840E}"/>
    <dgm:cxn modelId="{5CA89FCF-876E-4EE3-A2C3-AC0103F65852}" type="presOf" srcId="{B296EA44-76A4-4C01-B27D-F6437D60CD34}" destId="{52280505-D8A4-41F4-B6B6-F1E29295784C}" srcOrd="0" destOrd="8" presId="urn:microsoft.com/office/officeart/2005/8/layout/default"/>
    <dgm:cxn modelId="{9BBF46D0-E7F7-4880-93B6-73431E0B09B6}" type="presOf" srcId="{F380DE40-B004-44A1-A5F0-E6BBD7F0EFC8}" destId="{CC88708B-5E42-4ACF-97D8-FA05E672E144}" srcOrd="0" destOrd="0" presId="urn:microsoft.com/office/officeart/2005/8/layout/default"/>
    <dgm:cxn modelId="{A18EC1D1-8A90-4871-A81D-A100F4220FDC}" type="presOf" srcId="{DB0C31D2-F4C6-44F4-8684-DAC848DA8DE0}" destId="{AC807673-F359-448D-B341-9B9E243109FE}" srcOrd="0" destOrd="7" presId="urn:microsoft.com/office/officeart/2005/8/layout/default"/>
    <dgm:cxn modelId="{B371BCD6-434B-4EB8-A417-DC00AC6A2C0F}" type="presOf" srcId="{FB2E585C-A3AA-406F-9EC3-66E0BD70582D}" destId="{8640B9EB-789B-4444-B9DC-7790290D2C07}" srcOrd="0" destOrd="0" presId="urn:microsoft.com/office/officeart/2005/8/layout/default"/>
    <dgm:cxn modelId="{8CBE10DE-FE8D-46C7-917C-F7C5663F56D4}" type="presOf" srcId="{F3EBB9B1-9F15-41E0-B8B6-D25F43C02F21}" destId="{EB9CC506-1F7F-4944-8CB4-67BA271FF82E}" srcOrd="0" destOrd="5" presId="urn:microsoft.com/office/officeart/2005/8/layout/default"/>
    <dgm:cxn modelId="{85B25EE0-DF32-4941-8995-8E76C7E465D9}" type="presOf" srcId="{FEEF5CE5-3347-471D-91D1-01A9768C7114}" destId="{52280505-D8A4-41F4-B6B6-F1E29295784C}" srcOrd="0" destOrd="4" presId="urn:microsoft.com/office/officeart/2005/8/layout/default"/>
    <dgm:cxn modelId="{8AB293E2-D550-45A1-97D4-6C77F1C570E6}" srcId="{83D5AF02-802D-4C40-B52D-F416E92B55EC}" destId="{EABA2467-003C-444A-BCFD-6518F779D93A}" srcOrd="0" destOrd="0" parTransId="{1D9340F1-5880-4F88-B96F-B2B3E90E513C}" sibTransId="{7B175822-9B72-4CCF-9934-2636D69D88D3}"/>
    <dgm:cxn modelId="{38BDA5E2-737E-4DEC-8B41-528DDFA26AD7}" type="presOf" srcId="{142219EC-7604-4374-A9DB-6DD05AA3EB05}" destId="{EB9CC506-1F7F-4944-8CB4-67BA271FF82E}" srcOrd="0" destOrd="8" presId="urn:microsoft.com/office/officeart/2005/8/layout/default"/>
    <dgm:cxn modelId="{25B7CFE3-62B6-4494-B6D3-772274BB08CB}" type="presOf" srcId="{DC0F8EDF-9F15-4F75-A641-0FF7125CFFEF}" destId="{8640B9EB-789B-4444-B9DC-7790290D2C07}" srcOrd="0" destOrd="6" presId="urn:microsoft.com/office/officeart/2005/8/layout/default"/>
    <dgm:cxn modelId="{B90B58E6-2D7B-45B5-8B00-BB658F2D8D51}" srcId="{F380DE40-B004-44A1-A5F0-E6BBD7F0EFC8}" destId="{FB2E585C-A3AA-406F-9EC3-66E0BD70582D}" srcOrd="0" destOrd="0" parTransId="{E36C1B7A-E804-4427-AFA3-B148B0A34A5E}" sibTransId="{BAD14C3A-FAEA-4A40-A398-9DE0CD762DCC}"/>
    <dgm:cxn modelId="{1DB6B1EB-064B-480C-B1FB-1FDD4284FA71}" srcId="{8E936134-201D-476E-B86A-8E4D59612B94}" destId="{C3DAB90A-0E6D-470F-BD4A-95F88E847D18}" srcOrd="4" destOrd="0" parTransId="{E912C795-F4F4-4779-8E92-46C866BB2267}" sibTransId="{39D821A3-7086-4973-9D7B-CF1A87E5EC53}"/>
    <dgm:cxn modelId="{56554AF0-E6DD-46B4-B95F-EC29F454D32C}" type="presOf" srcId="{D511AE60-EC9B-4D13-A15F-A48CD7F0FFCF}" destId="{52280505-D8A4-41F4-B6B6-F1E29295784C}" srcOrd="0" destOrd="7" presId="urn:microsoft.com/office/officeart/2005/8/layout/default"/>
    <dgm:cxn modelId="{08A003F7-73E8-4E75-9520-701842EE5022}" type="presOf" srcId="{2BB8BC78-CA02-4157-A9EC-98E98863C0E3}" destId="{AC807673-F359-448D-B341-9B9E243109FE}" srcOrd="0" destOrd="1" presId="urn:microsoft.com/office/officeart/2005/8/layout/default"/>
    <dgm:cxn modelId="{62C47CFC-ABDA-4F70-BB5A-451816E2F7FB}" srcId="{8E936134-201D-476E-B86A-8E4D59612B94}" destId="{254E1A88-57B1-4E74-8EBE-15ABF9D88055}" srcOrd="2" destOrd="0" parTransId="{D0DCB45D-5079-48EC-8514-387E8BD00F48}" sibTransId="{D04BFCAD-2967-41E6-88A9-3966F5E84E1D}"/>
    <dgm:cxn modelId="{9F04AEFC-D642-47C2-BE5A-F260D96E4AB4}" srcId="{F380DE40-B004-44A1-A5F0-E6BBD7F0EFC8}" destId="{8E936134-201D-476E-B86A-8E4D59612B94}" srcOrd="3" destOrd="0" parTransId="{C8E203FE-C48B-42B2-B0FA-8D3BBFE03A78}" sibTransId="{04912C30-D5BB-4F5F-9D7F-6FE6F038623F}"/>
    <dgm:cxn modelId="{C8E64037-5712-402D-B700-4F8C1EA0C005}" type="presParOf" srcId="{CC88708B-5E42-4ACF-97D8-FA05E672E144}" destId="{8640B9EB-789B-4444-B9DC-7790290D2C07}" srcOrd="0" destOrd="0" presId="urn:microsoft.com/office/officeart/2005/8/layout/default"/>
    <dgm:cxn modelId="{07384BE6-682D-4D9B-9AE3-159A1DF01E99}" type="presParOf" srcId="{CC88708B-5E42-4ACF-97D8-FA05E672E144}" destId="{05F293C1-EF1F-4428-A151-A39ADF7C9FC3}" srcOrd="1" destOrd="0" presId="urn:microsoft.com/office/officeart/2005/8/layout/default"/>
    <dgm:cxn modelId="{CCF6E78B-20EB-44A3-9641-563185AA8F5D}" type="presParOf" srcId="{CC88708B-5E42-4ACF-97D8-FA05E672E144}" destId="{52280505-D8A4-41F4-B6B6-F1E29295784C}" srcOrd="2" destOrd="0" presId="urn:microsoft.com/office/officeart/2005/8/layout/default"/>
    <dgm:cxn modelId="{40155DBB-6DAD-4AF9-AD83-FF0F829FBF9D}" type="presParOf" srcId="{CC88708B-5E42-4ACF-97D8-FA05E672E144}" destId="{50579382-4A25-4F89-A74C-44CC2D6E4F90}" srcOrd="3" destOrd="0" presId="urn:microsoft.com/office/officeart/2005/8/layout/default"/>
    <dgm:cxn modelId="{C58E9433-2630-4B5F-9624-ABBEC9381727}" type="presParOf" srcId="{CC88708B-5E42-4ACF-97D8-FA05E672E144}" destId="{AC807673-F359-448D-B341-9B9E243109FE}" srcOrd="4" destOrd="0" presId="urn:microsoft.com/office/officeart/2005/8/layout/default"/>
    <dgm:cxn modelId="{76F83042-E0F1-483B-BF28-4A684C5C1ED2}" type="presParOf" srcId="{CC88708B-5E42-4ACF-97D8-FA05E672E144}" destId="{4B90F0BA-45ED-437F-8A43-66FF8C0AE6D9}" srcOrd="5" destOrd="0" presId="urn:microsoft.com/office/officeart/2005/8/layout/default"/>
    <dgm:cxn modelId="{853FE610-8320-46D1-8BF0-A958BD5DE3E5}" type="presParOf" srcId="{CC88708B-5E42-4ACF-97D8-FA05E672E144}" destId="{EB9CC506-1F7F-4944-8CB4-67BA271FF82E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40B9EB-789B-4444-B9DC-7790290D2C07}">
      <dsp:nvSpPr>
        <dsp:cNvPr id="0" name=""/>
        <dsp:cNvSpPr/>
      </dsp:nvSpPr>
      <dsp:spPr>
        <a:xfrm>
          <a:off x="910605" y="372"/>
          <a:ext cx="3487043" cy="209222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Data Platform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Explore data storage solutions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SQL Databases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 Warehouses (Azure Synapse)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data lake-centric design and medallion architecture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data pipelines to get data into the cloud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Data Factory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Storage SDK</a:t>
          </a:r>
        </a:p>
      </dsp:txBody>
      <dsp:txXfrm>
        <a:off x="910605" y="372"/>
        <a:ext cx="3487043" cy="2092226"/>
      </dsp:txXfrm>
    </dsp:sp>
    <dsp:sp modelId="{52280505-D8A4-41F4-B6B6-F1E29295784C}">
      <dsp:nvSpPr>
        <dsp:cNvPr id="0" name=""/>
        <dsp:cNvSpPr/>
      </dsp:nvSpPr>
      <dsp:spPr>
        <a:xfrm>
          <a:off x="4746353" y="372"/>
          <a:ext cx="3487043" cy="209222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Distributed Computing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</a:t>
          </a:r>
          <a:r>
            <a:rPr lang="en-US" sz="1000" kern="1200" dirty="0" err="1"/>
            <a:t>Dockerfiles</a:t>
          </a:r>
          <a:r>
            <a:rPr lang="en-US" sz="1000" kern="1200" dirty="0"/>
            <a:t> and build Docker images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Push and pull from container registries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Container Registry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Docker Hub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Orchestrate containers in Kubernetes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Kubernetes Service (+ </a:t>
          </a:r>
          <a:r>
            <a:rPr lang="en-US" sz="1000" kern="1200" dirty="0" err="1"/>
            <a:t>kubectl</a:t>
          </a:r>
          <a:r>
            <a:rPr lang="en-US" sz="1000" kern="1200" dirty="0"/>
            <a:t>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Apache Spark for distributed data preparation and ML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Databricks (Spark SQL + </a:t>
          </a:r>
          <a:r>
            <a:rPr lang="en-US" sz="1000" kern="1200" dirty="0" err="1"/>
            <a:t>MLlib</a:t>
          </a:r>
          <a:r>
            <a:rPr lang="en-US" sz="1000" kern="1200" dirty="0"/>
            <a:t>)</a:t>
          </a:r>
        </a:p>
      </dsp:txBody>
      <dsp:txXfrm>
        <a:off x="4746353" y="372"/>
        <a:ext cx="3487043" cy="2092226"/>
      </dsp:txXfrm>
    </dsp:sp>
    <dsp:sp modelId="{AC807673-F359-448D-B341-9B9E243109FE}">
      <dsp:nvSpPr>
        <dsp:cNvPr id="0" name=""/>
        <dsp:cNvSpPr/>
      </dsp:nvSpPr>
      <dsp:spPr>
        <a:xfrm>
          <a:off x="910605" y="2441303"/>
          <a:ext cx="3487043" cy="209222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Machine Learning / AI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the cloud ML life cycle for model management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ML Studio (+ SDK)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</a:t>
          </a:r>
          <a:r>
            <a:rPr lang="en-US" sz="1000" kern="1200" dirty="0" err="1"/>
            <a:t>AutoML</a:t>
          </a:r>
          <a:r>
            <a:rPr lang="en-US" sz="1000" kern="1200" dirty="0"/>
            <a:t> to train multiple models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Deploy a model as a real-time API endpoint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Utilize deployed AI model endpoints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AI Foundry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OpenAI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Hugging Face, </a:t>
          </a:r>
          <a:r>
            <a:rPr lang="en-US" sz="1000" kern="1200" dirty="0" err="1"/>
            <a:t>Ollama</a:t>
          </a:r>
          <a:r>
            <a:rPr lang="en-US" sz="1000" kern="1200" dirty="0"/>
            <a:t>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Customize agent behavior using system prompts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Compare AI models (size, performance, architecture, licensing)</a:t>
          </a:r>
        </a:p>
      </dsp:txBody>
      <dsp:txXfrm>
        <a:off x="910605" y="2441303"/>
        <a:ext cx="3487043" cy="2092226"/>
      </dsp:txXfrm>
    </dsp:sp>
    <dsp:sp modelId="{EB9CC506-1F7F-4944-8CB4-67BA271FF82E}">
      <dsp:nvSpPr>
        <dsp:cNvPr id="0" name=""/>
        <dsp:cNvSpPr/>
      </dsp:nvSpPr>
      <dsp:spPr>
        <a:xfrm>
          <a:off x="4746353" y="2441303"/>
          <a:ext cx="3487043" cy="209222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DevOps, Security, etc.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Terraform to design and deploy Infrastructure as Code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Use GitHub Actions to orchestrate architecture deployment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Understand cloud security and compliance options and tools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/>
            <a:t>RBAC / ACLs</a:t>
          </a:r>
          <a:endParaRPr lang="en-US" sz="1000" kern="1200" dirty="0"/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Defender + Azure Blueprints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Create basic architecture diagrams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Estimate cloud costs for deployed services</a:t>
          </a:r>
        </a:p>
        <a:p>
          <a:pPr marL="114300" lvl="2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Azure Calculator</a:t>
          </a:r>
        </a:p>
      </dsp:txBody>
      <dsp:txXfrm>
        <a:off x="4746353" y="2441303"/>
        <a:ext cx="3487043" cy="20922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c6fa3c89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c6fa3c89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2477724" y="415650"/>
            <a:ext cx="6244200" cy="0"/>
          </a:xfrm>
          <a:prstGeom prst="straightConnector1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2477724" y="4740000"/>
            <a:ext cx="62442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" name="Google Shape;12;p2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Google Shape;40;p7"/>
          <p:cNvCxnSpPr/>
          <p:nvPr/>
        </p:nvCxnSpPr>
        <p:spPr>
          <a:xfrm>
            <a:off x="425198" y="415650"/>
            <a:ext cx="183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23888" y="589431"/>
            <a:ext cx="7886700" cy="2139553"/>
          </a:xfrm>
        </p:spPr>
        <p:txBody>
          <a:bodyPr anchor="b">
            <a:noAutofit/>
          </a:bodyPr>
          <a:lstStyle>
            <a:lvl1pPr algn="ctr">
              <a:defRPr sz="3000" b="1" i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SECTION HEADER EXAMPLE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23888" y="2756129"/>
            <a:ext cx="7886700" cy="1125140"/>
          </a:xfrm>
        </p:spPr>
        <p:txBody>
          <a:bodyPr>
            <a:noAutofit/>
          </a:bodyPr>
          <a:lstStyle>
            <a:lvl1pPr marL="0" indent="0" algn="ctr">
              <a:buNone/>
              <a:defRPr sz="1350" baseline="0">
                <a:solidFill>
                  <a:schemeClr val="bg2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 example for mockup purposes</a:t>
            </a:r>
          </a:p>
        </p:txBody>
      </p:sp>
    </p:spTree>
    <p:extLst>
      <p:ext uri="{BB962C8B-B14F-4D97-AF65-F5344CB8AC3E}">
        <p14:creationId xmlns:p14="http://schemas.microsoft.com/office/powerpoint/2010/main" val="751855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Raleway"/>
              <a:buNone/>
              <a:defRPr sz="30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Lato"/>
              <a:buChar char="●"/>
              <a:defRPr sz="18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●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Lato"/>
              <a:buChar char="○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Lato"/>
              <a:buChar char="■"/>
              <a:defRPr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3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>
            <a:spLocks noGrp="1"/>
          </p:cNvSpPr>
          <p:nvPr>
            <p:ph type="ctrTitle"/>
          </p:nvPr>
        </p:nvSpPr>
        <p:spPr>
          <a:xfrm>
            <a:off x="2371725" y="1487423"/>
            <a:ext cx="6331500" cy="15158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dirty="0"/>
              <a:t>Final Exam</a:t>
            </a:r>
            <a:br>
              <a:rPr lang="en-US" b="0" dirty="0"/>
            </a:br>
            <a:r>
              <a:rPr lang="en-US" b="0" dirty="0"/>
              <a:t>Review</a:t>
            </a:r>
            <a:endParaRPr dirty="0"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DSBA 6190-U91 | Colby T. Ford, Ph.D.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7E1DA5-C703-4A00-B16C-8AE3341B82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728" y="3702160"/>
            <a:ext cx="2846615" cy="657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6099C-4F7A-FCE5-1438-63FFB6AC6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071" y="43542"/>
            <a:ext cx="5061858" cy="522515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Course Competencies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FD225EFD-FD4D-1259-8D9A-8C78D412C1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3046991"/>
              </p:ext>
            </p:extLst>
          </p:nvPr>
        </p:nvGraphicFramePr>
        <p:xfrm>
          <a:off x="-1" y="566056"/>
          <a:ext cx="9144002" cy="4533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43952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F317-0615-43D0-9F96-65CC9636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Exam Breakdown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4CB26D-E8A1-424D-B1E0-6EC84DB634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Where:</a:t>
            </a:r>
          </a:p>
          <a:p>
            <a:pPr lvl="1">
              <a:spcBef>
                <a:spcPts val="0"/>
              </a:spcBef>
            </a:pPr>
            <a:r>
              <a:rPr lang="en-US" dirty="0"/>
              <a:t>Wednesday, 5/10</a:t>
            </a:r>
          </a:p>
          <a:p>
            <a:pPr lvl="1">
              <a:spcBef>
                <a:spcPts val="0"/>
              </a:spcBef>
            </a:pPr>
            <a:r>
              <a:rPr lang="en-US" dirty="0"/>
              <a:t>5:30pm – 8:15pm</a:t>
            </a:r>
          </a:p>
          <a:p>
            <a:pPr lvl="1">
              <a:spcBef>
                <a:spcPts val="0"/>
              </a:spcBef>
            </a:pPr>
            <a:r>
              <a:rPr lang="en-US" dirty="0"/>
              <a:t>Center City 1101</a:t>
            </a:r>
          </a:p>
          <a:p>
            <a:r>
              <a:rPr lang="en-US" dirty="0"/>
              <a:t>What:</a:t>
            </a:r>
          </a:p>
          <a:p>
            <a:pPr lvl="1">
              <a:spcBef>
                <a:spcPts val="0"/>
              </a:spcBef>
            </a:pPr>
            <a:r>
              <a:rPr lang="en-US" dirty="0"/>
              <a:t>Cumulative, but plenty of focus on newer material.</a:t>
            </a:r>
          </a:p>
          <a:p>
            <a:r>
              <a:rPr lang="en-US" dirty="0"/>
              <a:t>How:</a:t>
            </a:r>
          </a:p>
          <a:p>
            <a:pPr lvl="1">
              <a:spcBef>
                <a:spcPts val="0"/>
              </a:spcBef>
            </a:pPr>
            <a:r>
              <a:rPr lang="en-US" dirty="0"/>
              <a:t>On paper, using your own brain and nothing else (except a writing utensil)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4BD4856-CCB1-4695-B5BD-B7B680002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180123"/>
              </p:ext>
            </p:extLst>
          </p:nvPr>
        </p:nvGraphicFramePr>
        <p:xfrm>
          <a:off x="3780031" y="919704"/>
          <a:ext cx="5042854" cy="2733040"/>
        </p:xfrm>
        <a:graphic>
          <a:graphicData uri="http://schemas.openxmlformats.org/drawingml/2006/table">
            <a:tbl>
              <a:tblPr firstRow="1" lastRow="1" bandRow="1">
                <a:tableStyleId>{073A0DAA-6AF3-43AB-8588-CEC1D06C72B9}</a:tableStyleId>
              </a:tblPr>
              <a:tblGrid>
                <a:gridCol w="1444943">
                  <a:extLst>
                    <a:ext uri="{9D8B030D-6E8A-4147-A177-3AD203B41FA5}">
                      <a16:colId xmlns:a16="http://schemas.microsoft.com/office/drawing/2014/main" val="3619503860"/>
                    </a:ext>
                  </a:extLst>
                </a:gridCol>
                <a:gridCol w="1924368">
                  <a:extLst>
                    <a:ext uri="{9D8B030D-6E8A-4147-A177-3AD203B41FA5}">
                      <a16:colId xmlns:a16="http://schemas.microsoft.com/office/drawing/2014/main" val="3259756475"/>
                    </a:ext>
                  </a:extLst>
                </a:gridCol>
                <a:gridCol w="1673543">
                  <a:extLst>
                    <a:ext uri="{9D8B030D-6E8A-4147-A177-3AD203B41FA5}">
                      <a16:colId xmlns:a16="http://schemas.microsoft.com/office/drawing/2014/main" val="394936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 Possible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4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Multiple Choice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468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 @ 5pts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7173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Matching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8 @ 4pts each</a:t>
                      </a:r>
                    </a:p>
                    <a:p>
                      <a:pPr marL="0" indent="0">
                        <a:buNone/>
                      </a:pPr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6 @ 3pts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 + 18 = 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2269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Short Answer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 @ 15pts each</a:t>
                      </a:r>
                    </a:p>
                    <a:p>
                      <a:r>
                        <a:rPr lang="en-US" dirty="0"/>
                        <a:t>2 @ 5pts each</a:t>
                      </a:r>
                    </a:p>
                    <a:p>
                      <a:r>
                        <a:rPr lang="en-US" dirty="0"/>
                        <a:t>3 @ 20pts each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 + 10 + 60 = 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86757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Total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r"/>
                      <a:r>
                        <a:rPr lang="en-US" dirty="0"/>
                        <a:t>75 + 75 + 50 + 100 = 300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75199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4883470"/>
      </p:ext>
    </p:extLst>
  </p:cSld>
  <p:clrMapOvr>
    <a:masterClrMapping/>
  </p:clrMapOvr>
</p:sld>
</file>

<file path=ppt/theme/theme1.xml><?xml version="1.0" encoding="utf-8"?>
<a:theme xmlns:a="http://schemas.openxmlformats.org/drawingml/2006/main" name="Swiss">
  <a:themeElements>
    <a:clrScheme name="UNCC">
      <a:dk1>
        <a:srgbClr val="084B25"/>
      </a:dk1>
      <a:lt1>
        <a:srgbClr val="FFFFFF"/>
      </a:lt1>
      <a:dk2>
        <a:srgbClr val="000000"/>
      </a:dk2>
      <a:lt2>
        <a:srgbClr val="CBDDAF"/>
      </a:lt2>
      <a:accent1>
        <a:srgbClr val="F0D210"/>
      </a:accent1>
      <a:accent2>
        <a:srgbClr val="097C45"/>
      </a:accent2>
      <a:accent3>
        <a:srgbClr val="0099E8"/>
      </a:accent3>
      <a:accent4>
        <a:srgbClr val="E3417A"/>
      </a:accent4>
      <a:accent5>
        <a:srgbClr val="AEA175"/>
      </a:accent5>
      <a:accent6>
        <a:srgbClr val="FFAE88"/>
      </a:accent6>
      <a:hlink>
        <a:srgbClr val="AEA175"/>
      </a:hlink>
      <a:folHlink>
        <a:srgbClr val="82B2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tus report" id="{B8D118B9-3E79-134E-8404-AF4E0AA66648}" vid="{C6B15E1D-7CDD-B94C-BAB6-4EF35313F823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Swiss</Template>
  <TotalTime>2622</TotalTime>
  <Words>328</Words>
  <Application>Microsoft Office PowerPoint</Application>
  <PresentationFormat>On-screen Show (16:9)</PresentationFormat>
  <Paragraphs>70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Segoe UI</vt:lpstr>
      <vt:lpstr>Raleway</vt:lpstr>
      <vt:lpstr>Lato</vt:lpstr>
      <vt:lpstr>Swiss</vt:lpstr>
      <vt:lpstr>Final Exam Review</vt:lpstr>
      <vt:lpstr>Course Competencies</vt:lpstr>
      <vt:lpstr>Final Exam Breakdown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Cloud Computing for Data Analysis</dc:title>
  <dc:creator>Ford, Colby</dc:creator>
  <cp:lastModifiedBy>Colby Ford</cp:lastModifiedBy>
  <cp:revision>167</cp:revision>
  <dcterms:created xsi:type="dcterms:W3CDTF">2019-01-02T02:35:54Z</dcterms:created>
  <dcterms:modified xsi:type="dcterms:W3CDTF">2025-11-22T17:49:46Z</dcterms:modified>
</cp:coreProperties>
</file>